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37" r:id="rId4"/>
    <p:sldMasterId id="214748373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Archivo Light"/>
      <p:regular r:id="rId15"/>
      <p:bold r:id="rId16"/>
      <p:italic r:id="rId17"/>
      <p:boldItalic r:id="rId18"/>
    </p:embeddedFont>
    <p:embeddedFont>
      <p:font typeface="Red Hat Display SemiBold"/>
      <p:regular r:id="rId19"/>
      <p:bold r:id="rId20"/>
      <p:italic r:id="rId21"/>
      <p:boldItalic r:id="rId22"/>
    </p:embeddedFont>
    <p:embeddedFont>
      <p:font typeface="Red Hat Display Medium"/>
      <p:regular r:id="rId23"/>
      <p:bold r:id="rId24"/>
      <p:italic r:id="rId25"/>
      <p:boldItalic r:id="rId26"/>
    </p:embeddedFont>
    <p:embeddedFont>
      <p:font typeface="Red Hat Display"/>
      <p:regular r:id="rId27"/>
      <p:bold r:id="rId28"/>
      <p:italic r:id="rId29"/>
      <p:boldItalic r:id="rId30"/>
    </p:embeddedFont>
    <p:embeddedFont>
      <p:font typeface="Roboto Mono"/>
      <p:regular r:id="rId31"/>
      <p:bold r:id="rId32"/>
      <p:italic r:id="rId33"/>
      <p:boldItalic r:id="rId34"/>
    </p:embeddedFont>
    <p:embeddedFont>
      <p:font typeface="Archivo"/>
      <p:regular r:id="rId35"/>
      <p:bold r:id="rId36"/>
      <p:italic r:id="rId37"/>
      <p:boldItalic r:id="rId38"/>
    </p:embeddedFont>
    <p:embeddedFont>
      <p:font typeface="Archivo SemiBold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ArchivoSemiBold-bold.fntdata"/><Relationship Id="rId42" Type="http://schemas.openxmlformats.org/officeDocument/2006/relationships/font" Target="fonts/ArchivoSemiBold-boldItalic.fntdata"/><Relationship Id="rId41" Type="http://schemas.openxmlformats.org/officeDocument/2006/relationships/font" Target="fonts/ArchivoSemiBold-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Mono-regular.fntdata"/><Relationship Id="rId30" Type="http://schemas.openxmlformats.org/officeDocument/2006/relationships/font" Target="fonts/RedHatDisplay-boldItalic.fntdata"/><Relationship Id="rId33" Type="http://schemas.openxmlformats.org/officeDocument/2006/relationships/font" Target="fonts/RobotoMono-italic.fntdata"/><Relationship Id="rId32" Type="http://schemas.openxmlformats.org/officeDocument/2006/relationships/font" Target="fonts/RobotoMono-bold.fntdata"/><Relationship Id="rId35" Type="http://schemas.openxmlformats.org/officeDocument/2006/relationships/font" Target="fonts/Archivo-regular.fntdata"/><Relationship Id="rId34" Type="http://schemas.openxmlformats.org/officeDocument/2006/relationships/font" Target="fonts/RobotoMono-boldItalic.fntdata"/><Relationship Id="rId37" Type="http://schemas.openxmlformats.org/officeDocument/2006/relationships/font" Target="fonts/Archivo-italic.fntdata"/><Relationship Id="rId36" Type="http://schemas.openxmlformats.org/officeDocument/2006/relationships/font" Target="fonts/Archivo-bold.fntdata"/><Relationship Id="rId39" Type="http://schemas.openxmlformats.org/officeDocument/2006/relationships/font" Target="fonts/ArchivoSemiBold-regular.fntdata"/><Relationship Id="rId38" Type="http://schemas.openxmlformats.org/officeDocument/2006/relationships/font" Target="fonts/Archivo-boldItalic.fntdata"/><Relationship Id="rId20" Type="http://schemas.openxmlformats.org/officeDocument/2006/relationships/font" Target="fonts/RedHatDisplaySemiBold-bold.fntdata"/><Relationship Id="rId22" Type="http://schemas.openxmlformats.org/officeDocument/2006/relationships/font" Target="fonts/RedHatDisplaySemiBold-boldItalic.fntdata"/><Relationship Id="rId21" Type="http://schemas.openxmlformats.org/officeDocument/2006/relationships/font" Target="fonts/RedHatDisplaySemiBold-italic.fntdata"/><Relationship Id="rId24" Type="http://schemas.openxmlformats.org/officeDocument/2006/relationships/font" Target="fonts/RedHatDisplayMedium-bold.fntdata"/><Relationship Id="rId23" Type="http://schemas.openxmlformats.org/officeDocument/2006/relationships/font" Target="fonts/RedHatDisplayMedium-regular.fntdata"/><Relationship Id="rId26" Type="http://schemas.openxmlformats.org/officeDocument/2006/relationships/font" Target="fonts/RedHatDisplayMedium-boldItalic.fntdata"/><Relationship Id="rId25" Type="http://schemas.openxmlformats.org/officeDocument/2006/relationships/font" Target="fonts/RedHatDisplayMedium-italic.fntdata"/><Relationship Id="rId28" Type="http://schemas.openxmlformats.org/officeDocument/2006/relationships/font" Target="fonts/RedHatDisplay-bold.fntdata"/><Relationship Id="rId27" Type="http://schemas.openxmlformats.org/officeDocument/2006/relationships/font" Target="fonts/RedHatDisplay-regular.fntdata"/><Relationship Id="rId29" Type="http://schemas.openxmlformats.org/officeDocument/2006/relationships/font" Target="fonts/RedHatDisplay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ArchivoLight-regular.fntdata"/><Relationship Id="rId14" Type="http://schemas.openxmlformats.org/officeDocument/2006/relationships/slide" Target="slides/slide8.xml"/><Relationship Id="rId17" Type="http://schemas.openxmlformats.org/officeDocument/2006/relationships/font" Target="fonts/ArchivoLight-italic.fntdata"/><Relationship Id="rId16" Type="http://schemas.openxmlformats.org/officeDocument/2006/relationships/font" Target="fonts/ArchivoLight-bold.fntdata"/><Relationship Id="rId19" Type="http://schemas.openxmlformats.org/officeDocument/2006/relationships/font" Target="fonts/RedHatDisplaySemiBold-regular.fntdata"/><Relationship Id="rId18" Type="http://schemas.openxmlformats.org/officeDocument/2006/relationships/font" Target="fonts/ArchivoLight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g3fa73bee6c7_0_1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0" name="Google Shape;990;g3fa73bee6c7_0_1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g3fa73bee6c7_0_17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6" name="Google Shape;996;g3fa73bee6c7_0_17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g3fa73bee6c7_0_17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6" name="Google Shape;1006;g3fa73bee6c7_0_17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g3fa73bee6c7_0_17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4" name="Google Shape;1014;g3fa73bee6c7_0_17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fa73bee6c7_0_17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1" name="Google Shape;1021;g3fa73bee6c7_0_17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g3fa73bee6c7_0_18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1" name="Google Shape;1031;g3fa73bee6c7_0_18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g3fa73bee6c7_0_18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1" name="Google Shape;1041;g3fa73bee6c7_0_18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g3fa73bee6c7_0_18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1" name="Google Shape;1051;g3fa73bee6c7_0_18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jp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jp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jp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jp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jp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jp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810500" y="0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" name="Google Shape;11;p2"/>
          <p:cNvSpPr/>
          <p:nvPr/>
        </p:nvSpPr>
        <p:spPr>
          <a:xfrm>
            <a:off x="810500" y="2040871"/>
            <a:ext cx="6099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3" y="3061484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810500" y="1020429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-1" y="0"/>
            <a:ext cx="8124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5" name="Google Shape;15;p2"/>
          <p:cNvSpPr/>
          <p:nvPr/>
        </p:nvSpPr>
        <p:spPr>
          <a:xfrm>
            <a:off x="810505" y="3061475"/>
            <a:ext cx="609900" cy="10428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6" name="Google Shape;16;p2"/>
          <p:cNvSpPr/>
          <p:nvPr/>
        </p:nvSpPr>
        <p:spPr>
          <a:xfrm>
            <a:off x="-1" y="2040871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-1" y="1020418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3" y="4100578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" name="Google Shape;19;p2"/>
          <p:cNvSpPr/>
          <p:nvPr/>
        </p:nvSpPr>
        <p:spPr>
          <a:xfrm>
            <a:off x="810502" y="4100581"/>
            <a:ext cx="6099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1420399" y="0"/>
            <a:ext cx="4320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1420399" y="2040871"/>
            <a:ext cx="432000" cy="10206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2" name="Google Shape;22;p2"/>
          <p:cNvSpPr/>
          <p:nvPr/>
        </p:nvSpPr>
        <p:spPr>
          <a:xfrm>
            <a:off x="1420399" y="1020429"/>
            <a:ext cx="4320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3" name="Google Shape;23;p2"/>
          <p:cNvSpPr/>
          <p:nvPr/>
        </p:nvSpPr>
        <p:spPr>
          <a:xfrm>
            <a:off x="1420401" y="3061475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4" name="Google Shape;24;p2"/>
          <p:cNvSpPr/>
          <p:nvPr/>
        </p:nvSpPr>
        <p:spPr>
          <a:xfrm>
            <a:off x="1420400" y="4100581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5" name="Google Shape;25;p2"/>
          <p:cNvSpPr txBox="1"/>
          <p:nvPr>
            <p:ph type="title"/>
          </p:nvPr>
        </p:nvSpPr>
        <p:spPr>
          <a:xfrm>
            <a:off x="3154650" y="3235981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6" name="Google Shape;26;p2"/>
          <p:cNvSpPr txBox="1"/>
          <p:nvPr>
            <p:ph idx="1" type="subTitle"/>
          </p:nvPr>
        </p:nvSpPr>
        <p:spPr>
          <a:xfrm>
            <a:off x="3154650" y="3875775"/>
            <a:ext cx="5760900" cy="5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BLANK_3">
    <p:bg>
      <p:bgPr>
        <a:solidFill>
          <a:schemeClr val="accent5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/>
          <p:nvPr/>
        </p:nvSpPr>
        <p:spPr>
          <a:xfrm>
            <a:off x="810500" y="0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810500" y="2040871"/>
            <a:ext cx="6099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3" y="3061484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810500" y="1020429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-1" y="0"/>
            <a:ext cx="8124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810505" y="3061475"/>
            <a:ext cx="609900" cy="10428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-1" y="2040871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-1" y="1020418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3" y="4100578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810502" y="4100581"/>
            <a:ext cx="6099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1420399" y="0"/>
            <a:ext cx="4320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1420399" y="2040871"/>
            <a:ext cx="432000" cy="10206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1420399" y="1020429"/>
            <a:ext cx="4320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1420401" y="3061475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1420400" y="4100581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3" name="Google Shape;43;p3"/>
          <p:cNvSpPr txBox="1"/>
          <p:nvPr>
            <p:ph type="title"/>
          </p:nvPr>
        </p:nvSpPr>
        <p:spPr>
          <a:xfrm>
            <a:off x="3154650" y="467500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4" name="Google Shape;44;p3"/>
          <p:cNvSpPr txBox="1"/>
          <p:nvPr>
            <p:ph idx="1" type="subTitle"/>
          </p:nvPr>
        </p:nvSpPr>
        <p:spPr>
          <a:xfrm>
            <a:off x="3154650" y="1107294"/>
            <a:ext cx="5760900" cy="5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"/>
          <p:cNvSpPr/>
          <p:nvPr>
            <p:ph idx="2" type="pic"/>
          </p:nvPr>
        </p:nvSpPr>
        <p:spPr>
          <a:xfrm>
            <a:off x="3154650" y="3875225"/>
            <a:ext cx="618600" cy="808500"/>
          </a:xfrm>
          <a:prstGeom prst="snip2DiagRect">
            <a:avLst>
              <a:gd fmla="val 0" name="adj1"/>
              <a:gd fmla="val 34473" name="adj2"/>
            </a:avLst>
          </a:prstGeom>
          <a:noFill/>
          <a:ln>
            <a:noFill/>
          </a:ln>
        </p:spPr>
      </p:sp>
      <p:sp>
        <p:nvSpPr>
          <p:cNvPr id="46" name="Google Shape;46;p3"/>
          <p:cNvSpPr txBox="1"/>
          <p:nvPr>
            <p:ph idx="3" type="subTitle"/>
          </p:nvPr>
        </p:nvSpPr>
        <p:spPr>
          <a:xfrm>
            <a:off x="3859150" y="4072916"/>
            <a:ext cx="2621700" cy="173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ed Hat Display"/>
              <a:buNone/>
              <a:defRPr sz="9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7" name="Google Shape;47;p3"/>
          <p:cNvSpPr txBox="1"/>
          <p:nvPr>
            <p:ph idx="4" type="subTitle"/>
          </p:nvPr>
        </p:nvSpPr>
        <p:spPr>
          <a:xfrm>
            <a:off x="3859150" y="4321400"/>
            <a:ext cx="1061400" cy="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8" name="Google Shape;48;p3"/>
          <p:cNvSpPr txBox="1"/>
          <p:nvPr>
            <p:ph idx="5" type="subTitle"/>
          </p:nvPr>
        </p:nvSpPr>
        <p:spPr>
          <a:xfrm>
            <a:off x="5055800" y="4321400"/>
            <a:ext cx="1061400" cy="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9" name="Google Shape;49;p3"/>
          <p:cNvSpPr txBox="1"/>
          <p:nvPr>
            <p:ph idx="6" type="subTitle"/>
          </p:nvPr>
        </p:nvSpPr>
        <p:spPr>
          <a:xfrm>
            <a:off x="6252450" y="4321400"/>
            <a:ext cx="1061400" cy="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BLANK_2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"/>
          <p:cNvSpPr/>
          <p:nvPr/>
        </p:nvSpPr>
        <p:spPr>
          <a:xfrm>
            <a:off x="7291578" y="4100578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8102077" y="4100581"/>
            <a:ext cx="6099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8677575" y="4100576"/>
            <a:ext cx="4665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5206068" y="0"/>
            <a:ext cx="12411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6447262" y="0"/>
            <a:ext cx="8442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8102075" y="0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8102075" y="2040871"/>
            <a:ext cx="6099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7291578" y="3061484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5206074" y="1020431"/>
            <a:ext cx="12411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4028275" y="0"/>
            <a:ext cx="11778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4028281" y="1020428"/>
            <a:ext cx="11778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5206074" y="2040861"/>
            <a:ext cx="12411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8102075" y="1020429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7291574" y="0"/>
            <a:ext cx="8124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8102080" y="3061475"/>
            <a:ext cx="609900" cy="10428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7291574" y="2040871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7291574" y="1020418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6447262" y="1020429"/>
            <a:ext cx="8442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6447262" y="2040858"/>
            <a:ext cx="8442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6447275" y="3061486"/>
            <a:ext cx="8442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8677575" y="0"/>
            <a:ext cx="4665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8677575" y="2040869"/>
            <a:ext cx="466500" cy="10206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8677575" y="1020428"/>
            <a:ext cx="4665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8677577" y="3061472"/>
            <a:ext cx="4665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5" name="Google Shape;75;p4"/>
          <p:cNvSpPr txBox="1"/>
          <p:nvPr>
            <p:ph type="title"/>
          </p:nvPr>
        </p:nvSpPr>
        <p:spPr>
          <a:xfrm>
            <a:off x="259050" y="3670842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56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header">
  <p:cSld name="BLANK_1">
    <p:bg>
      <p:bgPr>
        <a:solidFill>
          <a:schemeClr val="accent5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oogle Shape;77;p5"/>
          <p:cNvGrpSpPr/>
          <p:nvPr/>
        </p:nvGrpSpPr>
        <p:grpSpPr>
          <a:xfrm>
            <a:off x="4895291" y="1377627"/>
            <a:ext cx="4091726" cy="3670806"/>
            <a:chOff x="5223565" y="1672200"/>
            <a:chExt cx="3763198" cy="3376074"/>
          </a:xfrm>
        </p:grpSpPr>
        <p:sp>
          <p:nvSpPr>
            <p:cNvPr id="78" name="Google Shape;78;p5"/>
            <p:cNvSpPr/>
            <p:nvPr/>
          </p:nvSpPr>
          <p:spPr>
            <a:xfrm>
              <a:off x="8597363" y="4658874"/>
              <a:ext cx="389400" cy="389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79" name="Google Shape;79;p5"/>
            <p:cNvSpPr/>
            <p:nvPr/>
          </p:nvSpPr>
          <p:spPr>
            <a:xfrm>
              <a:off x="8221477" y="4674761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0" name="Google Shape;80;p5"/>
            <p:cNvSpPr/>
            <p:nvPr/>
          </p:nvSpPr>
          <p:spPr>
            <a:xfrm>
              <a:off x="7827856" y="4668751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1" name="Google Shape;81;p5"/>
            <p:cNvSpPr/>
            <p:nvPr/>
          </p:nvSpPr>
          <p:spPr>
            <a:xfrm>
              <a:off x="7434256" y="4656732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2" name="Google Shape;82;p5"/>
            <p:cNvSpPr/>
            <p:nvPr/>
          </p:nvSpPr>
          <p:spPr>
            <a:xfrm>
              <a:off x="7061685" y="4674751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3" name="Google Shape;83;p5"/>
            <p:cNvSpPr/>
            <p:nvPr/>
          </p:nvSpPr>
          <p:spPr>
            <a:xfrm>
              <a:off x="6674992" y="46837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4" name="Google Shape;84;p5"/>
            <p:cNvSpPr/>
            <p:nvPr/>
          </p:nvSpPr>
          <p:spPr>
            <a:xfrm>
              <a:off x="6302724" y="4703118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5" name="Google Shape;85;p5"/>
            <p:cNvSpPr/>
            <p:nvPr/>
          </p:nvSpPr>
          <p:spPr>
            <a:xfrm>
              <a:off x="5931636" y="4719313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6" name="Google Shape;86;p5"/>
            <p:cNvSpPr/>
            <p:nvPr/>
          </p:nvSpPr>
          <p:spPr>
            <a:xfrm>
              <a:off x="5574999" y="4754125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7" name="Google Shape;87;p5"/>
            <p:cNvSpPr/>
            <p:nvPr/>
          </p:nvSpPr>
          <p:spPr>
            <a:xfrm>
              <a:off x="5223565" y="4792075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8" name="Google Shape;88;p5"/>
            <p:cNvSpPr/>
            <p:nvPr/>
          </p:nvSpPr>
          <p:spPr>
            <a:xfrm>
              <a:off x="5233309" y="4405993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9" name="Google Shape;89;p5"/>
            <p:cNvSpPr/>
            <p:nvPr/>
          </p:nvSpPr>
          <p:spPr>
            <a:xfrm>
              <a:off x="5255991" y="4031074"/>
              <a:ext cx="32400" cy="3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0" name="Google Shape;90;p5"/>
            <p:cNvSpPr/>
            <p:nvPr/>
          </p:nvSpPr>
          <p:spPr>
            <a:xfrm>
              <a:off x="5577744" y="4359245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1" name="Google Shape;91;p5"/>
            <p:cNvSpPr/>
            <p:nvPr/>
          </p:nvSpPr>
          <p:spPr>
            <a:xfrm>
              <a:off x="5597859" y="3989773"/>
              <a:ext cx="128400" cy="128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2" name="Google Shape;92;p5"/>
            <p:cNvSpPr/>
            <p:nvPr/>
          </p:nvSpPr>
          <p:spPr>
            <a:xfrm>
              <a:off x="5617892" y="3617917"/>
              <a:ext cx="88200" cy="8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3" name="Google Shape;93;p5"/>
            <p:cNvSpPr/>
            <p:nvPr/>
          </p:nvSpPr>
          <p:spPr>
            <a:xfrm>
              <a:off x="5640242" y="3256822"/>
              <a:ext cx="43500" cy="43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4" name="Google Shape;94;p5"/>
            <p:cNvSpPr/>
            <p:nvPr/>
          </p:nvSpPr>
          <p:spPr>
            <a:xfrm>
              <a:off x="5947917" y="4337666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5" name="Google Shape;95;p5"/>
            <p:cNvSpPr/>
            <p:nvPr/>
          </p:nvSpPr>
          <p:spPr>
            <a:xfrm>
              <a:off x="5947917" y="3948966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6" name="Google Shape;96;p5"/>
            <p:cNvSpPr/>
            <p:nvPr/>
          </p:nvSpPr>
          <p:spPr>
            <a:xfrm>
              <a:off x="5971017" y="3583374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7" name="Google Shape;97;p5"/>
            <p:cNvSpPr/>
            <p:nvPr/>
          </p:nvSpPr>
          <p:spPr>
            <a:xfrm>
              <a:off x="6000412" y="3213736"/>
              <a:ext cx="120600" cy="120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8" name="Google Shape;98;p5"/>
            <p:cNvSpPr/>
            <p:nvPr/>
          </p:nvSpPr>
          <p:spPr>
            <a:xfrm>
              <a:off x="6028158" y="2848212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9" name="Google Shape;99;p5"/>
            <p:cNvSpPr/>
            <p:nvPr/>
          </p:nvSpPr>
          <p:spPr>
            <a:xfrm>
              <a:off x="6310165" y="4307974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0" name="Google Shape;100;p5"/>
            <p:cNvSpPr/>
            <p:nvPr/>
          </p:nvSpPr>
          <p:spPr>
            <a:xfrm>
              <a:off x="6317617" y="3928525"/>
              <a:ext cx="251100" cy="251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1" name="Google Shape;101;p5"/>
            <p:cNvSpPr/>
            <p:nvPr/>
          </p:nvSpPr>
          <p:spPr>
            <a:xfrm>
              <a:off x="6338017" y="3557025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2" name="Google Shape;102;p5"/>
            <p:cNvSpPr/>
            <p:nvPr/>
          </p:nvSpPr>
          <p:spPr>
            <a:xfrm>
              <a:off x="6353659" y="3174152"/>
              <a:ext cx="190800" cy="190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3" name="Google Shape;103;p5"/>
            <p:cNvSpPr/>
            <p:nvPr/>
          </p:nvSpPr>
          <p:spPr>
            <a:xfrm>
              <a:off x="6378718" y="2811048"/>
              <a:ext cx="140700" cy="14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4" name="Google Shape;104;p5"/>
            <p:cNvSpPr/>
            <p:nvPr/>
          </p:nvSpPr>
          <p:spPr>
            <a:xfrm>
              <a:off x="6742842" y="2786001"/>
              <a:ext cx="190800" cy="190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5" name="Google Shape;105;p5"/>
            <p:cNvSpPr/>
            <p:nvPr/>
          </p:nvSpPr>
          <p:spPr>
            <a:xfrm>
              <a:off x="6416508" y="2460862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6" name="Google Shape;106;p5"/>
            <p:cNvSpPr/>
            <p:nvPr/>
          </p:nvSpPr>
          <p:spPr>
            <a:xfrm>
              <a:off x="6767893" y="2423048"/>
              <a:ext cx="140700" cy="14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7" name="Google Shape;107;p5"/>
            <p:cNvSpPr/>
            <p:nvPr/>
          </p:nvSpPr>
          <p:spPr>
            <a:xfrm>
              <a:off x="6818658" y="2063849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8" name="Google Shape;108;p5"/>
            <p:cNvSpPr/>
            <p:nvPr/>
          </p:nvSpPr>
          <p:spPr>
            <a:xfrm>
              <a:off x="6725510" y="3161725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9" name="Google Shape;109;p5"/>
            <p:cNvSpPr/>
            <p:nvPr/>
          </p:nvSpPr>
          <p:spPr>
            <a:xfrm>
              <a:off x="6703814" y="3536492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0" name="Google Shape;110;p5"/>
            <p:cNvSpPr/>
            <p:nvPr/>
          </p:nvSpPr>
          <p:spPr>
            <a:xfrm>
              <a:off x="6693510" y="3918330"/>
              <a:ext cx="281700" cy="281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1" name="Google Shape;111;p5"/>
            <p:cNvSpPr/>
            <p:nvPr/>
          </p:nvSpPr>
          <p:spPr>
            <a:xfrm>
              <a:off x="6683243" y="4298575"/>
              <a:ext cx="302100" cy="302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2" name="Google Shape;112;p5"/>
            <p:cNvSpPr/>
            <p:nvPr/>
          </p:nvSpPr>
          <p:spPr>
            <a:xfrm>
              <a:off x="7061692" y="4285375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3" name="Google Shape;113;p5"/>
            <p:cNvSpPr/>
            <p:nvPr/>
          </p:nvSpPr>
          <p:spPr>
            <a:xfrm>
              <a:off x="7070692" y="3905000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4" name="Google Shape;114;p5"/>
            <p:cNvSpPr/>
            <p:nvPr/>
          </p:nvSpPr>
          <p:spPr>
            <a:xfrm>
              <a:off x="7085092" y="3528700"/>
              <a:ext cx="281700" cy="281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5" name="Google Shape;115;p5"/>
            <p:cNvSpPr/>
            <p:nvPr/>
          </p:nvSpPr>
          <p:spPr>
            <a:xfrm>
              <a:off x="7103018" y="3150325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6" name="Google Shape;116;p5"/>
            <p:cNvSpPr/>
            <p:nvPr/>
          </p:nvSpPr>
          <p:spPr>
            <a:xfrm>
              <a:off x="7124313" y="2779308"/>
              <a:ext cx="220500" cy="22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7" name="Google Shape;117;p5"/>
            <p:cNvSpPr/>
            <p:nvPr/>
          </p:nvSpPr>
          <p:spPr>
            <a:xfrm>
              <a:off x="7146044" y="2409955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8" name="Google Shape;118;p5"/>
            <p:cNvSpPr/>
            <p:nvPr/>
          </p:nvSpPr>
          <p:spPr>
            <a:xfrm>
              <a:off x="7186793" y="2052175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9" name="Google Shape;119;p5"/>
            <p:cNvSpPr/>
            <p:nvPr/>
          </p:nvSpPr>
          <p:spPr>
            <a:xfrm>
              <a:off x="7976817" y="1672200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0" name="Google Shape;120;p5"/>
            <p:cNvSpPr/>
            <p:nvPr/>
          </p:nvSpPr>
          <p:spPr>
            <a:xfrm>
              <a:off x="8371192" y="1672200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1" name="Google Shape;121;p5"/>
            <p:cNvSpPr/>
            <p:nvPr/>
          </p:nvSpPr>
          <p:spPr>
            <a:xfrm>
              <a:off x="8764889" y="1672200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2" name="Google Shape;122;p5"/>
            <p:cNvSpPr/>
            <p:nvPr/>
          </p:nvSpPr>
          <p:spPr>
            <a:xfrm>
              <a:off x="7441492" y="427460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3" name="Google Shape;123;p5"/>
            <p:cNvSpPr/>
            <p:nvPr/>
          </p:nvSpPr>
          <p:spPr>
            <a:xfrm>
              <a:off x="7452292" y="3896000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4" name="Google Shape;124;p5"/>
            <p:cNvSpPr/>
            <p:nvPr/>
          </p:nvSpPr>
          <p:spPr>
            <a:xfrm>
              <a:off x="7470292" y="351017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5" name="Google Shape;125;p5"/>
            <p:cNvSpPr/>
            <p:nvPr/>
          </p:nvSpPr>
          <p:spPr>
            <a:xfrm>
              <a:off x="7484692" y="3137725"/>
              <a:ext cx="281700" cy="281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6" name="Google Shape;126;p5"/>
            <p:cNvSpPr/>
            <p:nvPr/>
          </p:nvSpPr>
          <p:spPr>
            <a:xfrm>
              <a:off x="7497293" y="2761300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7" name="Google Shape;127;p5"/>
            <p:cNvSpPr/>
            <p:nvPr/>
          </p:nvSpPr>
          <p:spPr>
            <a:xfrm>
              <a:off x="7515288" y="2386708"/>
              <a:ext cx="220500" cy="22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8" name="Google Shape;128;p5"/>
            <p:cNvSpPr/>
            <p:nvPr/>
          </p:nvSpPr>
          <p:spPr>
            <a:xfrm>
              <a:off x="7564468" y="2035826"/>
              <a:ext cx="140700" cy="14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9" name="Google Shape;129;p5"/>
            <p:cNvSpPr/>
            <p:nvPr/>
          </p:nvSpPr>
          <p:spPr>
            <a:xfrm>
              <a:off x="7828801" y="4272511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0" name="Google Shape;130;p5"/>
            <p:cNvSpPr/>
            <p:nvPr/>
          </p:nvSpPr>
          <p:spPr>
            <a:xfrm>
              <a:off x="7835067" y="389065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1" name="Google Shape;131;p5"/>
            <p:cNvSpPr/>
            <p:nvPr/>
          </p:nvSpPr>
          <p:spPr>
            <a:xfrm>
              <a:off x="7850970" y="3509478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2" name="Google Shape;132;p5"/>
            <p:cNvSpPr/>
            <p:nvPr/>
          </p:nvSpPr>
          <p:spPr>
            <a:xfrm>
              <a:off x="7859967" y="31233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3" name="Google Shape;133;p5"/>
            <p:cNvSpPr/>
            <p:nvPr/>
          </p:nvSpPr>
          <p:spPr>
            <a:xfrm>
              <a:off x="7886401" y="2761299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4" name="Google Shape;134;p5"/>
            <p:cNvSpPr/>
            <p:nvPr/>
          </p:nvSpPr>
          <p:spPr>
            <a:xfrm>
              <a:off x="7904067" y="2376550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5" name="Google Shape;135;p5"/>
            <p:cNvSpPr/>
            <p:nvPr/>
          </p:nvSpPr>
          <p:spPr>
            <a:xfrm>
              <a:off x="7944867" y="2030125"/>
              <a:ext cx="152100" cy="152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6" name="Google Shape;136;p5"/>
            <p:cNvSpPr/>
            <p:nvPr/>
          </p:nvSpPr>
          <p:spPr>
            <a:xfrm>
              <a:off x="8330538" y="2030125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7" name="Google Shape;137;p5"/>
            <p:cNvSpPr/>
            <p:nvPr/>
          </p:nvSpPr>
          <p:spPr>
            <a:xfrm>
              <a:off x="8717639" y="2025398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8" name="Google Shape;138;p5"/>
            <p:cNvSpPr/>
            <p:nvPr/>
          </p:nvSpPr>
          <p:spPr>
            <a:xfrm>
              <a:off x="8298197" y="2383915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9" name="Google Shape;139;p5"/>
            <p:cNvSpPr/>
            <p:nvPr/>
          </p:nvSpPr>
          <p:spPr>
            <a:xfrm>
              <a:off x="8691644" y="2383915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0" name="Google Shape;140;p5"/>
            <p:cNvSpPr/>
            <p:nvPr/>
          </p:nvSpPr>
          <p:spPr>
            <a:xfrm>
              <a:off x="8273879" y="2760682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1" name="Google Shape;141;p5"/>
            <p:cNvSpPr/>
            <p:nvPr/>
          </p:nvSpPr>
          <p:spPr>
            <a:xfrm>
              <a:off x="8662489" y="2760682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2" name="Google Shape;142;p5"/>
            <p:cNvSpPr/>
            <p:nvPr/>
          </p:nvSpPr>
          <p:spPr>
            <a:xfrm>
              <a:off x="8248467" y="31233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3" name="Google Shape;143;p5"/>
            <p:cNvSpPr/>
            <p:nvPr/>
          </p:nvSpPr>
          <p:spPr>
            <a:xfrm>
              <a:off x="8649389" y="31233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4" name="Google Shape;144;p5"/>
            <p:cNvSpPr/>
            <p:nvPr/>
          </p:nvSpPr>
          <p:spPr>
            <a:xfrm>
              <a:off x="8228667" y="3498675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5" name="Google Shape;145;p5"/>
            <p:cNvSpPr/>
            <p:nvPr/>
          </p:nvSpPr>
          <p:spPr>
            <a:xfrm>
              <a:off x="8620488" y="3498675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6" name="Google Shape;146;p5"/>
            <p:cNvSpPr/>
            <p:nvPr/>
          </p:nvSpPr>
          <p:spPr>
            <a:xfrm>
              <a:off x="8225203" y="389065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7" name="Google Shape;147;p5"/>
            <p:cNvSpPr/>
            <p:nvPr/>
          </p:nvSpPr>
          <p:spPr>
            <a:xfrm>
              <a:off x="8616393" y="389065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8" name="Google Shape;148;p5"/>
            <p:cNvSpPr/>
            <p:nvPr/>
          </p:nvSpPr>
          <p:spPr>
            <a:xfrm>
              <a:off x="8217728" y="4274243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9" name="Google Shape;149;p5"/>
            <p:cNvSpPr/>
            <p:nvPr/>
          </p:nvSpPr>
          <p:spPr>
            <a:xfrm>
              <a:off x="8605974" y="4274243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grpSp>
        <p:nvGrpSpPr>
          <p:cNvPr id="150" name="Google Shape;150;p5"/>
          <p:cNvGrpSpPr/>
          <p:nvPr/>
        </p:nvGrpSpPr>
        <p:grpSpPr>
          <a:xfrm>
            <a:off x="142078" y="79823"/>
            <a:ext cx="2140834" cy="1767927"/>
            <a:chOff x="142083" y="79814"/>
            <a:chExt cx="1831025" cy="1512212"/>
          </a:xfrm>
        </p:grpSpPr>
        <p:sp>
          <p:nvSpPr>
            <p:cNvPr id="151" name="Google Shape;151;p5"/>
            <p:cNvSpPr/>
            <p:nvPr/>
          </p:nvSpPr>
          <p:spPr>
            <a:xfrm>
              <a:off x="142083" y="79814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2" name="Google Shape;152;p5"/>
            <p:cNvSpPr/>
            <p:nvPr/>
          </p:nvSpPr>
          <p:spPr>
            <a:xfrm>
              <a:off x="487858" y="87214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3" name="Google Shape;153;p5"/>
            <p:cNvSpPr/>
            <p:nvPr/>
          </p:nvSpPr>
          <p:spPr>
            <a:xfrm>
              <a:off x="839135" y="87214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4" name="Google Shape;154;p5"/>
            <p:cNvSpPr/>
            <p:nvPr/>
          </p:nvSpPr>
          <p:spPr>
            <a:xfrm>
              <a:off x="1191033" y="105414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5" name="Google Shape;155;p5"/>
            <p:cNvSpPr/>
            <p:nvPr/>
          </p:nvSpPr>
          <p:spPr>
            <a:xfrm>
              <a:off x="1537808" y="115439"/>
              <a:ext cx="140700" cy="14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6" name="Google Shape;156;p5"/>
            <p:cNvSpPr/>
            <p:nvPr/>
          </p:nvSpPr>
          <p:spPr>
            <a:xfrm>
              <a:off x="1908008" y="148714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7" name="Google Shape;157;p5"/>
            <p:cNvSpPr/>
            <p:nvPr/>
          </p:nvSpPr>
          <p:spPr>
            <a:xfrm>
              <a:off x="164883" y="422639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8" name="Google Shape;158;p5"/>
            <p:cNvSpPr/>
            <p:nvPr/>
          </p:nvSpPr>
          <p:spPr>
            <a:xfrm>
              <a:off x="506960" y="42788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9" name="Google Shape;159;p5"/>
            <p:cNvSpPr/>
            <p:nvPr/>
          </p:nvSpPr>
          <p:spPr>
            <a:xfrm>
              <a:off x="854387" y="4367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0" name="Google Shape;160;p5"/>
            <p:cNvSpPr/>
            <p:nvPr/>
          </p:nvSpPr>
          <p:spPr>
            <a:xfrm>
              <a:off x="1202034" y="45038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1" name="Google Shape;161;p5"/>
            <p:cNvSpPr/>
            <p:nvPr/>
          </p:nvSpPr>
          <p:spPr>
            <a:xfrm>
              <a:off x="1558407" y="470039"/>
              <a:ext cx="97800" cy="97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2" name="Google Shape;162;p5"/>
            <p:cNvSpPr/>
            <p:nvPr/>
          </p:nvSpPr>
          <p:spPr>
            <a:xfrm>
              <a:off x="1924408" y="499814"/>
              <a:ext cx="32400" cy="3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3" name="Google Shape;163;p5"/>
            <p:cNvSpPr/>
            <p:nvPr/>
          </p:nvSpPr>
          <p:spPr>
            <a:xfrm>
              <a:off x="529964" y="7756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4" name="Google Shape;164;p5"/>
            <p:cNvSpPr/>
            <p:nvPr/>
          </p:nvSpPr>
          <p:spPr>
            <a:xfrm>
              <a:off x="185718" y="76544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5" name="Google Shape;165;p5"/>
            <p:cNvSpPr/>
            <p:nvPr/>
          </p:nvSpPr>
          <p:spPr>
            <a:xfrm>
              <a:off x="873448" y="7840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6" name="Google Shape;166;p5"/>
            <p:cNvSpPr/>
            <p:nvPr/>
          </p:nvSpPr>
          <p:spPr>
            <a:xfrm>
              <a:off x="1230921" y="80450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7" name="Google Shape;167;p5"/>
            <p:cNvSpPr/>
            <p:nvPr/>
          </p:nvSpPr>
          <p:spPr>
            <a:xfrm>
              <a:off x="1577346" y="824201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8" name="Google Shape;168;p5"/>
            <p:cNvSpPr/>
            <p:nvPr/>
          </p:nvSpPr>
          <p:spPr>
            <a:xfrm>
              <a:off x="551148" y="11221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9" name="Google Shape;169;p5"/>
            <p:cNvSpPr/>
            <p:nvPr/>
          </p:nvSpPr>
          <p:spPr>
            <a:xfrm>
              <a:off x="201014" y="1115389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0" name="Google Shape;170;p5"/>
            <p:cNvSpPr/>
            <p:nvPr/>
          </p:nvSpPr>
          <p:spPr>
            <a:xfrm>
              <a:off x="900639" y="114435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1" name="Google Shape;171;p5"/>
            <p:cNvSpPr/>
            <p:nvPr/>
          </p:nvSpPr>
          <p:spPr>
            <a:xfrm>
              <a:off x="1258496" y="1160976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2" name="Google Shape;172;p5"/>
            <p:cNvSpPr/>
            <p:nvPr/>
          </p:nvSpPr>
          <p:spPr>
            <a:xfrm>
              <a:off x="240458" y="1484026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3" name="Google Shape;173;p5"/>
            <p:cNvSpPr/>
            <p:nvPr/>
          </p:nvSpPr>
          <p:spPr>
            <a:xfrm>
              <a:off x="583108" y="1486121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4" name="Google Shape;174;p5"/>
            <p:cNvSpPr/>
            <p:nvPr/>
          </p:nvSpPr>
          <p:spPr>
            <a:xfrm>
              <a:off x="937805" y="1508513"/>
              <a:ext cx="43500" cy="43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sp>
        <p:nvSpPr>
          <p:cNvPr id="175" name="Google Shape;175;p5"/>
          <p:cNvSpPr txBox="1"/>
          <p:nvPr>
            <p:ph type="title"/>
          </p:nvPr>
        </p:nvSpPr>
        <p:spPr>
          <a:xfrm>
            <a:off x="228600" y="2160392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76" name="Google Shape;176;p5"/>
          <p:cNvSpPr txBox="1"/>
          <p:nvPr>
            <p:ph idx="1" type="subTitle"/>
          </p:nvPr>
        </p:nvSpPr>
        <p:spPr>
          <a:xfrm>
            <a:off x="228600" y="2800192"/>
            <a:ext cx="4916700" cy="5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1">
  <p:cSld name="CUSTOM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179" name="Google Shape;179;p6"/>
          <p:cNvSpPr/>
          <p:nvPr>
            <p:ph idx="2" type="pic"/>
          </p:nvPr>
        </p:nvSpPr>
        <p:spPr>
          <a:xfrm>
            <a:off x="228425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6"/>
          <p:cNvSpPr/>
          <p:nvPr>
            <p:ph idx="3" type="pic"/>
          </p:nvPr>
        </p:nvSpPr>
        <p:spPr>
          <a:xfrm>
            <a:off x="2036775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6"/>
          <p:cNvSpPr/>
          <p:nvPr>
            <p:ph idx="4" type="pic"/>
          </p:nvPr>
        </p:nvSpPr>
        <p:spPr>
          <a:xfrm>
            <a:off x="3844088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182" name="Google Shape;182;p6"/>
          <p:cNvSpPr/>
          <p:nvPr>
            <p:ph idx="5" type="pic"/>
          </p:nvPr>
        </p:nvSpPr>
        <p:spPr>
          <a:xfrm>
            <a:off x="5655513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183" name="Google Shape;183;p6"/>
          <p:cNvSpPr/>
          <p:nvPr>
            <p:ph idx="6" type="pic"/>
          </p:nvPr>
        </p:nvSpPr>
        <p:spPr>
          <a:xfrm>
            <a:off x="7470863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184" name="Google Shape;184;p6"/>
          <p:cNvSpPr txBox="1"/>
          <p:nvPr>
            <p:ph idx="1" type="subTitle"/>
          </p:nvPr>
        </p:nvSpPr>
        <p:spPr>
          <a:xfrm>
            <a:off x="326700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5" name="Google Shape;185;p6"/>
          <p:cNvSpPr txBox="1"/>
          <p:nvPr>
            <p:ph idx="7" type="subTitle"/>
          </p:nvPr>
        </p:nvSpPr>
        <p:spPr>
          <a:xfrm>
            <a:off x="326700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186" name="Google Shape;186;p6"/>
          <p:cNvSpPr txBox="1"/>
          <p:nvPr>
            <p:ph idx="8" type="subTitle"/>
          </p:nvPr>
        </p:nvSpPr>
        <p:spPr>
          <a:xfrm>
            <a:off x="2131863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7" name="Google Shape;187;p6"/>
          <p:cNvSpPr txBox="1"/>
          <p:nvPr>
            <p:ph idx="9" type="subTitle"/>
          </p:nvPr>
        </p:nvSpPr>
        <p:spPr>
          <a:xfrm>
            <a:off x="2131863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188" name="Google Shape;188;p6"/>
          <p:cNvSpPr txBox="1"/>
          <p:nvPr>
            <p:ph idx="13" type="subTitle"/>
          </p:nvPr>
        </p:nvSpPr>
        <p:spPr>
          <a:xfrm>
            <a:off x="3945850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9" name="Google Shape;189;p6"/>
          <p:cNvSpPr txBox="1"/>
          <p:nvPr>
            <p:ph idx="14" type="subTitle"/>
          </p:nvPr>
        </p:nvSpPr>
        <p:spPr>
          <a:xfrm>
            <a:off x="3945850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190" name="Google Shape;190;p6"/>
          <p:cNvSpPr txBox="1"/>
          <p:nvPr>
            <p:ph idx="15" type="subTitle"/>
          </p:nvPr>
        </p:nvSpPr>
        <p:spPr>
          <a:xfrm>
            <a:off x="5753462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1" name="Google Shape;191;p6"/>
          <p:cNvSpPr txBox="1"/>
          <p:nvPr>
            <p:ph idx="16" type="subTitle"/>
          </p:nvPr>
        </p:nvSpPr>
        <p:spPr>
          <a:xfrm>
            <a:off x="5753462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192" name="Google Shape;192;p6"/>
          <p:cNvSpPr txBox="1"/>
          <p:nvPr>
            <p:ph idx="17" type="subTitle"/>
          </p:nvPr>
        </p:nvSpPr>
        <p:spPr>
          <a:xfrm>
            <a:off x="7569712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3" name="Google Shape;193;p6"/>
          <p:cNvSpPr txBox="1"/>
          <p:nvPr>
            <p:ph idx="18" type="subTitle"/>
          </p:nvPr>
        </p:nvSpPr>
        <p:spPr>
          <a:xfrm>
            <a:off x="7569712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2">
  <p:cSld name="CUSTOM_1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196" name="Google Shape;196;p7"/>
          <p:cNvSpPr/>
          <p:nvPr/>
        </p:nvSpPr>
        <p:spPr>
          <a:xfrm>
            <a:off x="4898537" y="6100"/>
            <a:ext cx="10590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5962868" y="6100"/>
            <a:ext cx="21150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8077928" y="6100"/>
            <a:ext cx="10590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3063300" y="6100"/>
            <a:ext cx="18354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00" name="Google Shape;200;p7"/>
          <p:cNvSpPr/>
          <p:nvPr>
            <p:ph idx="2" type="pic"/>
          </p:nvPr>
        </p:nvSpPr>
        <p:spPr>
          <a:xfrm>
            <a:off x="228425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01" name="Google Shape;201;p7"/>
          <p:cNvSpPr/>
          <p:nvPr>
            <p:ph idx="3" type="pic"/>
          </p:nvPr>
        </p:nvSpPr>
        <p:spPr>
          <a:xfrm>
            <a:off x="2039088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02" name="Google Shape;202;p7"/>
          <p:cNvSpPr/>
          <p:nvPr>
            <p:ph idx="4" type="pic"/>
          </p:nvPr>
        </p:nvSpPr>
        <p:spPr>
          <a:xfrm>
            <a:off x="3849663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03" name="Google Shape;203;p7"/>
          <p:cNvSpPr/>
          <p:nvPr>
            <p:ph idx="5" type="pic"/>
          </p:nvPr>
        </p:nvSpPr>
        <p:spPr>
          <a:xfrm>
            <a:off x="5660238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04" name="Google Shape;204;p7"/>
          <p:cNvSpPr/>
          <p:nvPr>
            <p:ph idx="6" type="pic"/>
          </p:nvPr>
        </p:nvSpPr>
        <p:spPr>
          <a:xfrm>
            <a:off x="7470738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05" name="Google Shape;205;p7"/>
          <p:cNvSpPr txBox="1"/>
          <p:nvPr>
            <p:ph idx="1" type="subTitle"/>
          </p:nvPr>
        </p:nvSpPr>
        <p:spPr>
          <a:xfrm>
            <a:off x="326700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6" name="Google Shape;206;p7"/>
          <p:cNvSpPr txBox="1"/>
          <p:nvPr>
            <p:ph idx="7" type="subTitle"/>
          </p:nvPr>
        </p:nvSpPr>
        <p:spPr>
          <a:xfrm>
            <a:off x="326700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07" name="Google Shape;207;p7"/>
          <p:cNvSpPr txBox="1"/>
          <p:nvPr>
            <p:ph idx="8" type="subTitle"/>
          </p:nvPr>
        </p:nvSpPr>
        <p:spPr>
          <a:xfrm>
            <a:off x="2125163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8" name="Google Shape;208;p7"/>
          <p:cNvSpPr txBox="1"/>
          <p:nvPr>
            <p:ph idx="9" type="subTitle"/>
          </p:nvPr>
        </p:nvSpPr>
        <p:spPr>
          <a:xfrm>
            <a:off x="2125163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09" name="Google Shape;209;p7"/>
          <p:cNvSpPr txBox="1"/>
          <p:nvPr>
            <p:ph idx="13" type="subTitle"/>
          </p:nvPr>
        </p:nvSpPr>
        <p:spPr>
          <a:xfrm>
            <a:off x="3935663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0" name="Google Shape;210;p7"/>
          <p:cNvSpPr txBox="1"/>
          <p:nvPr>
            <p:ph idx="14" type="subTitle"/>
          </p:nvPr>
        </p:nvSpPr>
        <p:spPr>
          <a:xfrm>
            <a:off x="3935663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11" name="Google Shape;211;p7"/>
          <p:cNvSpPr txBox="1"/>
          <p:nvPr>
            <p:ph idx="15" type="subTitle"/>
          </p:nvPr>
        </p:nvSpPr>
        <p:spPr>
          <a:xfrm>
            <a:off x="5746188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2" name="Google Shape;212;p7"/>
          <p:cNvSpPr txBox="1"/>
          <p:nvPr>
            <p:ph idx="16" type="subTitle"/>
          </p:nvPr>
        </p:nvSpPr>
        <p:spPr>
          <a:xfrm>
            <a:off x="5746188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13" name="Google Shape;213;p7"/>
          <p:cNvSpPr txBox="1"/>
          <p:nvPr>
            <p:ph idx="17" type="subTitle"/>
          </p:nvPr>
        </p:nvSpPr>
        <p:spPr>
          <a:xfrm>
            <a:off x="7556713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4" name="Google Shape;214;p7"/>
          <p:cNvSpPr txBox="1"/>
          <p:nvPr>
            <p:ph idx="18" type="subTitle"/>
          </p:nvPr>
        </p:nvSpPr>
        <p:spPr>
          <a:xfrm>
            <a:off x="7556713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15" name="Google Shape;215;p7"/>
          <p:cNvSpPr txBox="1"/>
          <p:nvPr>
            <p:ph idx="19" type="body"/>
          </p:nvPr>
        </p:nvSpPr>
        <p:spPr>
          <a:xfrm>
            <a:off x="228675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16" name="Google Shape;216;p7"/>
          <p:cNvSpPr txBox="1"/>
          <p:nvPr>
            <p:ph idx="20" type="body"/>
          </p:nvPr>
        </p:nvSpPr>
        <p:spPr>
          <a:xfrm>
            <a:off x="2039100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17" name="Google Shape;217;p7"/>
          <p:cNvSpPr txBox="1"/>
          <p:nvPr>
            <p:ph idx="21" type="body"/>
          </p:nvPr>
        </p:nvSpPr>
        <p:spPr>
          <a:xfrm>
            <a:off x="3849525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18" name="Google Shape;218;p7"/>
          <p:cNvSpPr txBox="1"/>
          <p:nvPr>
            <p:ph idx="22" type="body"/>
          </p:nvPr>
        </p:nvSpPr>
        <p:spPr>
          <a:xfrm>
            <a:off x="5659950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19" name="Google Shape;219;p7"/>
          <p:cNvSpPr txBox="1"/>
          <p:nvPr>
            <p:ph idx="23" type="body"/>
          </p:nvPr>
        </p:nvSpPr>
        <p:spPr>
          <a:xfrm>
            <a:off x="7470375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BLANK_1_1_1_1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blocks">
  <p:cSld name="BLANK_1_1_1_1_3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9"/>
          <p:cNvSpPr txBox="1"/>
          <p:nvPr>
            <p:ph idx="1" type="subTitle"/>
          </p:nvPr>
        </p:nvSpPr>
        <p:spPr>
          <a:xfrm>
            <a:off x="424600" y="1730976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4" name="Google Shape;224;p9"/>
          <p:cNvSpPr txBox="1"/>
          <p:nvPr>
            <p:ph idx="2" type="body"/>
          </p:nvPr>
        </p:nvSpPr>
        <p:spPr>
          <a:xfrm>
            <a:off x="424600" y="1984850"/>
            <a:ext cx="2466300" cy="959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25" name="Google Shape;225;p9"/>
          <p:cNvSpPr txBox="1"/>
          <p:nvPr>
            <p:ph idx="3" type="subTitle"/>
          </p:nvPr>
        </p:nvSpPr>
        <p:spPr>
          <a:xfrm>
            <a:off x="3329688" y="1730976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6" name="Google Shape;226;p9"/>
          <p:cNvSpPr txBox="1"/>
          <p:nvPr>
            <p:ph idx="4" type="body"/>
          </p:nvPr>
        </p:nvSpPr>
        <p:spPr>
          <a:xfrm>
            <a:off x="3329688" y="1984850"/>
            <a:ext cx="2466300" cy="959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27" name="Google Shape;227;p9"/>
          <p:cNvSpPr txBox="1"/>
          <p:nvPr>
            <p:ph idx="5" type="subTitle"/>
          </p:nvPr>
        </p:nvSpPr>
        <p:spPr>
          <a:xfrm>
            <a:off x="6237091" y="1730976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8" name="Google Shape;228;p9"/>
          <p:cNvSpPr txBox="1"/>
          <p:nvPr>
            <p:ph idx="6" type="body"/>
          </p:nvPr>
        </p:nvSpPr>
        <p:spPr>
          <a:xfrm>
            <a:off x="6237091" y="1984850"/>
            <a:ext cx="2466300" cy="959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29" name="Google Shape;229;p9"/>
          <p:cNvSpPr txBox="1"/>
          <p:nvPr>
            <p:ph type="title"/>
          </p:nvPr>
        </p:nvSpPr>
        <p:spPr>
          <a:xfrm>
            <a:off x="228600" y="420025"/>
            <a:ext cx="481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30" name="Google Shape;230;p9"/>
          <p:cNvSpPr txBox="1"/>
          <p:nvPr>
            <p:ph idx="7" type="subTitle"/>
          </p:nvPr>
        </p:nvSpPr>
        <p:spPr>
          <a:xfrm>
            <a:off x="424600" y="3474395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1" name="Google Shape;231;p9"/>
          <p:cNvSpPr txBox="1"/>
          <p:nvPr>
            <p:ph idx="8" type="body"/>
          </p:nvPr>
        </p:nvSpPr>
        <p:spPr>
          <a:xfrm>
            <a:off x="424600" y="3724325"/>
            <a:ext cx="3718800" cy="41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32" name="Google Shape;232;p9"/>
          <p:cNvSpPr txBox="1"/>
          <p:nvPr>
            <p:ph idx="9" type="subTitle"/>
          </p:nvPr>
        </p:nvSpPr>
        <p:spPr>
          <a:xfrm>
            <a:off x="4815675" y="3474395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3" name="Google Shape;233;p9"/>
          <p:cNvSpPr txBox="1"/>
          <p:nvPr>
            <p:ph idx="13" type="body"/>
          </p:nvPr>
        </p:nvSpPr>
        <p:spPr>
          <a:xfrm>
            <a:off x="4815675" y="3724325"/>
            <a:ext cx="3718800" cy="41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s">
  <p:cSld name="BLANK_1_1_1_1_2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36" name="Google Shape;236;p10"/>
          <p:cNvSpPr/>
          <p:nvPr>
            <p:ph idx="2" type="pic"/>
          </p:nvPr>
        </p:nvSpPr>
        <p:spPr>
          <a:xfrm>
            <a:off x="1446025" y="1291825"/>
            <a:ext cx="1232400" cy="1283100"/>
          </a:xfrm>
          <a:prstGeom prst="snip1Rect">
            <a:avLst>
              <a:gd fmla="val 44296" name="adj"/>
            </a:avLst>
          </a:prstGeom>
          <a:noFill/>
          <a:ln>
            <a:noFill/>
          </a:ln>
        </p:spPr>
      </p:sp>
      <p:sp>
        <p:nvSpPr>
          <p:cNvPr id="237" name="Google Shape;237;p10"/>
          <p:cNvSpPr/>
          <p:nvPr>
            <p:ph idx="3" type="pic"/>
          </p:nvPr>
        </p:nvSpPr>
        <p:spPr>
          <a:xfrm>
            <a:off x="6526650" y="1291825"/>
            <a:ext cx="1232400" cy="1283100"/>
          </a:xfrm>
          <a:prstGeom prst="snip1Rect">
            <a:avLst>
              <a:gd fmla="val 44296" name="adj"/>
            </a:avLst>
          </a:prstGeom>
          <a:noFill/>
          <a:ln>
            <a:noFill/>
          </a:ln>
        </p:spPr>
      </p:sp>
      <p:sp>
        <p:nvSpPr>
          <p:cNvPr id="238" name="Google Shape;238;p10"/>
          <p:cNvSpPr/>
          <p:nvPr>
            <p:ph idx="4" type="pic"/>
          </p:nvPr>
        </p:nvSpPr>
        <p:spPr>
          <a:xfrm>
            <a:off x="3982125" y="2570200"/>
            <a:ext cx="1232400" cy="1292100"/>
          </a:xfrm>
          <a:prstGeom prst="snip1Rect">
            <a:avLst>
              <a:gd fmla="val 44296" name="adj"/>
            </a:avLst>
          </a:prstGeom>
          <a:noFill/>
          <a:ln>
            <a:noFill/>
          </a:ln>
        </p:spPr>
      </p:sp>
      <p:sp>
        <p:nvSpPr>
          <p:cNvPr id="239" name="Google Shape;239;p10"/>
          <p:cNvSpPr txBox="1"/>
          <p:nvPr>
            <p:ph idx="1" type="subTitle"/>
          </p:nvPr>
        </p:nvSpPr>
        <p:spPr>
          <a:xfrm>
            <a:off x="228477" y="2667425"/>
            <a:ext cx="19473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40" name="Google Shape;240;p10"/>
          <p:cNvSpPr txBox="1"/>
          <p:nvPr>
            <p:ph idx="5" type="subTitle"/>
          </p:nvPr>
        </p:nvSpPr>
        <p:spPr>
          <a:xfrm>
            <a:off x="228475" y="3167625"/>
            <a:ext cx="2195100" cy="690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9pPr>
          </a:lstStyle>
          <a:p/>
        </p:txBody>
      </p:sp>
      <p:sp>
        <p:nvSpPr>
          <p:cNvPr id="241" name="Google Shape;241;p10"/>
          <p:cNvSpPr txBox="1"/>
          <p:nvPr>
            <p:ph idx="6" type="subTitle"/>
          </p:nvPr>
        </p:nvSpPr>
        <p:spPr>
          <a:xfrm>
            <a:off x="2833342" y="3971788"/>
            <a:ext cx="19473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10"/>
          <p:cNvSpPr txBox="1"/>
          <p:nvPr>
            <p:ph idx="7" type="subTitle"/>
          </p:nvPr>
        </p:nvSpPr>
        <p:spPr>
          <a:xfrm>
            <a:off x="2833350" y="4471996"/>
            <a:ext cx="2195100" cy="440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9pPr>
          </a:lstStyle>
          <a:p/>
        </p:txBody>
      </p:sp>
      <p:sp>
        <p:nvSpPr>
          <p:cNvPr id="243" name="Google Shape;243;p10"/>
          <p:cNvSpPr txBox="1"/>
          <p:nvPr>
            <p:ph idx="8" type="subTitle"/>
          </p:nvPr>
        </p:nvSpPr>
        <p:spPr>
          <a:xfrm>
            <a:off x="5382242" y="2686145"/>
            <a:ext cx="19473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44" name="Google Shape;244;p10"/>
          <p:cNvSpPr txBox="1"/>
          <p:nvPr>
            <p:ph idx="9" type="subTitle"/>
          </p:nvPr>
        </p:nvSpPr>
        <p:spPr>
          <a:xfrm>
            <a:off x="5382250" y="3186352"/>
            <a:ext cx="2195100" cy="440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9pPr>
          </a:lstStyle>
          <a:p/>
        </p:txBody>
      </p:sp>
      <p:sp>
        <p:nvSpPr>
          <p:cNvPr id="245" name="Google Shape;245;p10"/>
          <p:cNvSpPr txBox="1"/>
          <p:nvPr>
            <p:ph idx="13" type="subTitle"/>
          </p:nvPr>
        </p:nvSpPr>
        <p:spPr>
          <a:xfrm>
            <a:off x="2418550" y="2576525"/>
            <a:ext cx="2565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ed Hat Display Medium"/>
              <a:buNone/>
              <a:defRPr sz="5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6" name="Google Shape;246;p10"/>
          <p:cNvSpPr txBox="1"/>
          <p:nvPr>
            <p:ph idx="14" type="subTitle"/>
          </p:nvPr>
        </p:nvSpPr>
        <p:spPr>
          <a:xfrm>
            <a:off x="4958025" y="3866186"/>
            <a:ext cx="2565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ed Hat Display Medium"/>
              <a:buNone/>
              <a:defRPr sz="5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7" name="Google Shape;247;p10"/>
          <p:cNvSpPr txBox="1"/>
          <p:nvPr>
            <p:ph idx="15" type="subTitle"/>
          </p:nvPr>
        </p:nvSpPr>
        <p:spPr>
          <a:xfrm>
            <a:off x="7502550" y="2578054"/>
            <a:ext cx="2565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ed Hat Display Medium"/>
              <a:buNone/>
              <a:defRPr sz="5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ards">
  <p:cSld name="CUSTOM_2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11"/>
          <p:cNvPicPr preferRelativeResize="0"/>
          <p:nvPr/>
        </p:nvPicPr>
        <p:blipFill rotWithShape="1">
          <a:blip r:embed="rId2">
            <a:alphaModFix/>
          </a:blip>
          <a:srcRect b="7467" l="0" r="17932" t="6703"/>
          <a:stretch/>
        </p:blipFill>
        <p:spPr>
          <a:xfrm>
            <a:off x="5425450" y="0"/>
            <a:ext cx="3718549" cy="4097924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1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51" name="Google Shape;251;p11"/>
          <p:cNvSpPr txBox="1"/>
          <p:nvPr>
            <p:ph idx="1" type="subTitle"/>
          </p:nvPr>
        </p:nvSpPr>
        <p:spPr>
          <a:xfrm>
            <a:off x="540525" y="1771575"/>
            <a:ext cx="2325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52" name="Google Shape;252;p11"/>
          <p:cNvSpPr txBox="1"/>
          <p:nvPr>
            <p:ph idx="2" type="subTitle"/>
          </p:nvPr>
        </p:nvSpPr>
        <p:spPr>
          <a:xfrm>
            <a:off x="540525" y="2628017"/>
            <a:ext cx="2199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53" name="Google Shape;253;p11"/>
          <p:cNvSpPr txBox="1"/>
          <p:nvPr>
            <p:ph idx="3" type="subTitle"/>
          </p:nvPr>
        </p:nvSpPr>
        <p:spPr>
          <a:xfrm>
            <a:off x="3466575" y="1771575"/>
            <a:ext cx="2325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54" name="Google Shape;254;p11"/>
          <p:cNvSpPr txBox="1"/>
          <p:nvPr>
            <p:ph idx="4" type="subTitle"/>
          </p:nvPr>
        </p:nvSpPr>
        <p:spPr>
          <a:xfrm>
            <a:off x="3466575" y="2628017"/>
            <a:ext cx="2199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55" name="Google Shape;255;p11"/>
          <p:cNvSpPr txBox="1"/>
          <p:nvPr>
            <p:ph idx="5" type="subTitle"/>
          </p:nvPr>
        </p:nvSpPr>
        <p:spPr>
          <a:xfrm>
            <a:off x="6392625" y="1771575"/>
            <a:ext cx="2325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56" name="Google Shape;256;p11"/>
          <p:cNvSpPr txBox="1"/>
          <p:nvPr>
            <p:ph idx="6" type="subTitle"/>
          </p:nvPr>
        </p:nvSpPr>
        <p:spPr>
          <a:xfrm>
            <a:off x="6392625" y="2628017"/>
            <a:ext cx="2199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w/ 3 ideas">
  <p:cSld name="CUSTOM_3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12"/>
          <p:cNvPicPr preferRelativeResize="0"/>
          <p:nvPr/>
        </p:nvPicPr>
        <p:blipFill rotWithShape="1">
          <a:blip r:embed="rId2">
            <a:alphaModFix/>
          </a:blip>
          <a:srcRect b="15068" l="14900" r="18071" t="15236"/>
          <a:stretch/>
        </p:blipFill>
        <p:spPr>
          <a:xfrm>
            <a:off x="2750850" y="1538351"/>
            <a:ext cx="1791900" cy="2175997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2"/>
          <p:cNvSpPr/>
          <p:nvPr/>
        </p:nvSpPr>
        <p:spPr>
          <a:xfrm rot="10800000">
            <a:off x="2020350" y="3151875"/>
            <a:ext cx="2509500" cy="1216800"/>
          </a:xfrm>
          <a:prstGeom prst="roundRect">
            <a:avLst>
              <a:gd fmla="val 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60" name="Google Shape;260;p12"/>
          <p:cNvSpPr txBox="1"/>
          <p:nvPr>
            <p:ph type="title"/>
          </p:nvPr>
        </p:nvSpPr>
        <p:spPr>
          <a:xfrm>
            <a:off x="228600" y="420025"/>
            <a:ext cx="4296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61" name="Google Shape;261;p12"/>
          <p:cNvSpPr/>
          <p:nvPr>
            <p:ph idx="2" type="pic"/>
          </p:nvPr>
        </p:nvSpPr>
        <p:spPr>
          <a:xfrm>
            <a:off x="228425" y="2450950"/>
            <a:ext cx="1791900" cy="1917600"/>
          </a:xfrm>
          <a:prstGeom prst="rect">
            <a:avLst/>
          </a:prstGeom>
          <a:noFill/>
          <a:ln>
            <a:noFill/>
          </a:ln>
        </p:spPr>
      </p:sp>
      <p:sp>
        <p:nvSpPr>
          <p:cNvPr id="262" name="Google Shape;262;p12"/>
          <p:cNvSpPr txBox="1"/>
          <p:nvPr>
            <p:ph idx="1" type="subTitle"/>
          </p:nvPr>
        </p:nvSpPr>
        <p:spPr>
          <a:xfrm>
            <a:off x="2150204" y="3212736"/>
            <a:ext cx="16365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63" name="Google Shape;263;p12"/>
          <p:cNvSpPr txBox="1"/>
          <p:nvPr>
            <p:ph idx="3" type="subTitle"/>
          </p:nvPr>
        </p:nvSpPr>
        <p:spPr>
          <a:xfrm>
            <a:off x="2150200" y="3668125"/>
            <a:ext cx="22611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264" name="Google Shape;264;p12"/>
          <p:cNvSpPr txBox="1"/>
          <p:nvPr>
            <p:ph idx="4" type="subTitle"/>
          </p:nvPr>
        </p:nvSpPr>
        <p:spPr>
          <a:xfrm>
            <a:off x="6122828" y="399200"/>
            <a:ext cx="27927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65" name="Google Shape;265;p12"/>
          <p:cNvSpPr txBox="1"/>
          <p:nvPr>
            <p:ph idx="5" type="subTitle"/>
          </p:nvPr>
        </p:nvSpPr>
        <p:spPr>
          <a:xfrm>
            <a:off x="6122827" y="837400"/>
            <a:ext cx="2792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266" name="Google Shape;266;p12"/>
          <p:cNvSpPr txBox="1"/>
          <p:nvPr>
            <p:ph idx="6" type="subTitle"/>
          </p:nvPr>
        </p:nvSpPr>
        <p:spPr>
          <a:xfrm>
            <a:off x="6122828" y="1964891"/>
            <a:ext cx="27927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67" name="Google Shape;267;p12"/>
          <p:cNvSpPr txBox="1"/>
          <p:nvPr>
            <p:ph idx="7" type="subTitle"/>
          </p:nvPr>
        </p:nvSpPr>
        <p:spPr>
          <a:xfrm>
            <a:off x="6122827" y="2403091"/>
            <a:ext cx="2792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268" name="Google Shape;268;p12"/>
          <p:cNvSpPr txBox="1"/>
          <p:nvPr>
            <p:ph idx="8" type="subTitle"/>
          </p:nvPr>
        </p:nvSpPr>
        <p:spPr>
          <a:xfrm>
            <a:off x="6122828" y="3532866"/>
            <a:ext cx="27927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69" name="Google Shape;269;p12"/>
          <p:cNvSpPr txBox="1"/>
          <p:nvPr>
            <p:ph idx="9" type="subTitle"/>
          </p:nvPr>
        </p:nvSpPr>
        <p:spPr>
          <a:xfrm>
            <a:off x="6122827" y="3971066"/>
            <a:ext cx="2792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ideas">
  <p:cSld name="CUSTOM_4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3"/>
          <p:cNvSpPr txBox="1"/>
          <p:nvPr>
            <p:ph idx="1" type="subTitle"/>
          </p:nvPr>
        </p:nvSpPr>
        <p:spPr>
          <a:xfrm>
            <a:off x="4590850" y="2481900"/>
            <a:ext cx="1222800" cy="370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13"/>
          <p:cNvSpPr txBox="1"/>
          <p:nvPr>
            <p:ph idx="2" type="subTitle"/>
          </p:nvPr>
        </p:nvSpPr>
        <p:spPr>
          <a:xfrm>
            <a:off x="4590850" y="3812700"/>
            <a:ext cx="1222800" cy="370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73" name="Google Shape;273;p13"/>
          <p:cNvSpPr txBox="1"/>
          <p:nvPr>
            <p:ph idx="3" type="subTitle"/>
          </p:nvPr>
        </p:nvSpPr>
        <p:spPr>
          <a:xfrm>
            <a:off x="4590850" y="1151100"/>
            <a:ext cx="1222800" cy="370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74" name="Google Shape;274;p13"/>
          <p:cNvSpPr txBox="1"/>
          <p:nvPr>
            <p:ph type="title"/>
          </p:nvPr>
        </p:nvSpPr>
        <p:spPr>
          <a:xfrm>
            <a:off x="228600" y="420025"/>
            <a:ext cx="29262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75" name="Google Shape;275;p13"/>
          <p:cNvSpPr/>
          <p:nvPr/>
        </p:nvSpPr>
        <p:spPr>
          <a:xfrm>
            <a:off x="3849550" y="11511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276" name="Google Shape;276;p13"/>
          <p:cNvSpPr/>
          <p:nvPr/>
        </p:nvSpPr>
        <p:spPr>
          <a:xfrm>
            <a:off x="3849550" y="24819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277" name="Google Shape;277;p13"/>
          <p:cNvSpPr/>
          <p:nvPr/>
        </p:nvSpPr>
        <p:spPr>
          <a:xfrm>
            <a:off x="3849550" y="-1797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278" name="Google Shape;278;p13"/>
          <p:cNvSpPr/>
          <p:nvPr/>
        </p:nvSpPr>
        <p:spPr>
          <a:xfrm>
            <a:off x="3849550" y="38127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279" name="Google Shape;279;p13"/>
          <p:cNvSpPr txBox="1"/>
          <p:nvPr>
            <p:ph idx="4" type="subTitle"/>
          </p:nvPr>
        </p:nvSpPr>
        <p:spPr>
          <a:xfrm>
            <a:off x="6080700" y="1199945"/>
            <a:ext cx="2834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280" name="Google Shape;280;p13"/>
          <p:cNvSpPr txBox="1"/>
          <p:nvPr>
            <p:ph idx="5" type="subTitle"/>
          </p:nvPr>
        </p:nvSpPr>
        <p:spPr>
          <a:xfrm>
            <a:off x="6080700" y="2530745"/>
            <a:ext cx="2834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281" name="Google Shape;281;p13"/>
          <p:cNvSpPr txBox="1"/>
          <p:nvPr>
            <p:ph idx="6" type="subTitle"/>
          </p:nvPr>
        </p:nvSpPr>
        <p:spPr>
          <a:xfrm>
            <a:off x="6080700" y="3861545"/>
            <a:ext cx="2834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columns w/ text">
  <p:cSld name="CUSTOM_5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84" name="Google Shape;284;p14"/>
          <p:cNvSpPr txBox="1"/>
          <p:nvPr>
            <p:ph idx="1" type="subTitle"/>
          </p:nvPr>
        </p:nvSpPr>
        <p:spPr>
          <a:xfrm>
            <a:off x="229525" y="1803875"/>
            <a:ext cx="1776300" cy="2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5" name="Google Shape;285;p14"/>
          <p:cNvSpPr txBox="1"/>
          <p:nvPr>
            <p:ph idx="2" type="subTitle"/>
          </p:nvPr>
        </p:nvSpPr>
        <p:spPr>
          <a:xfrm>
            <a:off x="2427475" y="1803875"/>
            <a:ext cx="1776300" cy="2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6" name="Google Shape;286;p14"/>
          <p:cNvSpPr txBox="1"/>
          <p:nvPr>
            <p:ph idx="3" type="subTitle"/>
          </p:nvPr>
        </p:nvSpPr>
        <p:spPr>
          <a:xfrm>
            <a:off x="4622700" y="1803875"/>
            <a:ext cx="17763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7" name="Google Shape;287;p14"/>
          <p:cNvSpPr txBox="1"/>
          <p:nvPr>
            <p:ph idx="4" type="subTitle"/>
          </p:nvPr>
        </p:nvSpPr>
        <p:spPr>
          <a:xfrm>
            <a:off x="6813656" y="1803875"/>
            <a:ext cx="1776300" cy="2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8" name="Google Shape;288;p14"/>
          <p:cNvSpPr txBox="1"/>
          <p:nvPr>
            <p:ph idx="5" type="body"/>
          </p:nvPr>
        </p:nvSpPr>
        <p:spPr>
          <a:xfrm>
            <a:off x="561325" y="2353450"/>
            <a:ext cx="1566600" cy="18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89" name="Google Shape;289;p14"/>
          <p:cNvSpPr txBox="1"/>
          <p:nvPr>
            <p:ph idx="6" type="body"/>
          </p:nvPr>
        </p:nvSpPr>
        <p:spPr>
          <a:xfrm>
            <a:off x="2757388" y="2353450"/>
            <a:ext cx="1566600" cy="18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90" name="Google Shape;290;p14"/>
          <p:cNvSpPr txBox="1"/>
          <p:nvPr>
            <p:ph idx="7" type="body"/>
          </p:nvPr>
        </p:nvSpPr>
        <p:spPr>
          <a:xfrm>
            <a:off x="4958413" y="2353450"/>
            <a:ext cx="1566600" cy="18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91" name="Google Shape;291;p14"/>
          <p:cNvSpPr txBox="1"/>
          <p:nvPr>
            <p:ph idx="8" type="body"/>
          </p:nvPr>
        </p:nvSpPr>
        <p:spPr>
          <a:xfrm>
            <a:off x="7146863" y="2353450"/>
            <a:ext cx="1566600" cy="18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92" name="Google Shape;292;p14"/>
          <p:cNvSpPr txBox="1"/>
          <p:nvPr>
            <p:ph idx="9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93" name="Google Shape;293;p14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CUSTOM_5_2_3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5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96" name="Google Shape;296;p15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97" name="Google Shape;297;p15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98" name="Google Shape;298;p15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99" name="Google Shape;299;p15"/>
          <p:cNvSpPr txBox="1"/>
          <p:nvPr>
            <p:ph idx="2" type="subTitle"/>
          </p:nvPr>
        </p:nvSpPr>
        <p:spPr>
          <a:xfrm>
            <a:off x="1977175" y="1698625"/>
            <a:ext cx="13695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0" name="Google Shape;300;p15"/>
          <p:cNvSpPr txBox="1"/>
          <p:nvPr>
            <p:ph idx="3" type="subTitle"/>
          </p:nvPr>
        </p:nvSpPr>
        <p:spPr>
          <a:xfrm>
            <a:off x="3623185" y="1698625"/>
            <a:ext cx="13695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1" name="Google Shape;301;p15"/>
          <p:cNvSpPr txBox="1"/>
          <p:nvPr>
            <p:ph idx="4" type="subTitle"/>
          </p:nvPr>
        </p:nvSpPr>
        <p:spPr>
          <a:xfrm>
            <a:off x="5465499" y="1698625"/>
            <a:ext cx="13695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2" name="Google Shape;302;p15"/>
          <p:cNvSpPr txBox="1"/>
          <p:nvPr>
            <p:ph idx="5" type="subTitle"/>
          </p:nvPr>
        </p:nvSpPr>
        <p:spPr>
          <a:xfrm>
            <a:off x="385125" y="2200600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3" name="Google Shape;303;p15"/>
          <p:cNvSpPr txBox="1"/>
          <p:nvPr>
            <p:ph idx="6" type="subTitle"/>
          </p:nvPr>
        </p:nvSpPr>
        <p:spPr>
          <a:xfrm>
            <a:off x="385125" y="2610850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4" name="Google Shape;304;p15"/>
          <p:cNvSpPr txBox="1"/>
          <p:nvPr>
            <p:ph idx="7" type="subTitle"/>
          </p:nvPr>
        </p:nvSpPr>
        <p:spPr>
          <a:xfrm>
            <a:off x="385125" y="3024075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5" name="Google Shape;305;p15"/>
          <p:cNvSpPr txBox="1"/>
          <p:nvPr>
            <p:ph idx="8" type="subTitle"/>
          </p:nvPr>
        </p:nvSpPr>
        <p:spPr>
          <a:xfrm>
            <a:off x="385125" y="3429650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6" name="Google Shape;306;p15"/>
          <p:cNvSpPr txBox="1"/>
          <p:nvPr>
            <p:ph idx="9" type="subTitle"/>
          </p:nvPr>
        </p:nvSpPr>
        <p:spPr>
          <a:xfrm>
            <a:off x="385125" y="3848500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7" name="Google Shape;307;p15"/>
          <p:cNvSpPr txBox="1"/>
          <p:nvPr>
            <p:ph idx="13" type="subTitle"/>
          </p:nvPr>
        </p:nvSpPr>
        <p:spPr>
          <a:xfrm>
            <a:off x="1977175" y="22006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8" name="Google Shape;308;p15"/>
          <p:cNvSpPr txBox="1"/>
          <p:nvPr>
            <p:ph idx="14" type="subTitle"/>
          </p:nvPr>
        </p:nvSpPr>
        <p:spPr>
          <a:xfrm>
            <a:off x="1977175" y="261085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9" name="Google Shape;309;p15"/>
          <p:cNvSpPr txBox="1"/>
          <p:nvPr>
            <p:ph idx="15" type="subTitle"/>
          </p:nvPr>
        </p:nvSpPr>
        <p:spPr>
          <a:xfrm>
            <a:off x="1977175" y="30222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0" name="Google Shape;310;p15"/>
          <p:cNvSpPr txBox="1"/>
          <p:nvPr>
            <p:ph idx="16" type="subTitle"/>
          </p:nvPr>
        </p:nvSpPr>
        <p:spPr>
          <a:xfrm>
            <a:off x="1977175" y="34370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1" name="Google Shape;311;p15"/>
          <p:cNvSpPr txBox="1"/>
          <p:nvPr>
            <p:ph idx="17" type="subTitle"/>
          </p:nvPr>
        </p:nvSpPr>
        <p:spPr>
          <a:xfrm>
            <a:off x="1977175" y="384945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2" name="Google Shape;312;p15"/>
          <p:cNvSpPr txBox="1"/>
          <p:nvPr>
            <p:ph idx="18" type="subTitle"/>
          </p:nvPr>
        </p:nvSpPr>
        <p:spPr>
          <a:xfrm>
            <a:off x="3623175" y="22006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3" name="Google Shape;313;p15"/>
          <p:cNvSpPr txBox="1"/>
          <p:nvPr>
            <p:ph idx="19" type="subTitle"/>
          </p:nvPr>
        </p:nvSpPr>
        <p:spPr>
          <a:xfrm>
            <a:off x="3623175" y="261085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4" name="Google Shape;314;p15"/>
          <p:cNvSpPr txBox="1"/>
          <p:nvPr>
            <p:ph idx="20" type="subTitle"/>
          </p:nvPr>
        </p:nvSpPr>
        <p:spPr>
          <a:xfrm>
            <a:off x="3623175" y="30222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5" name="Google Shape;315;p15"/>
          <p:cNvSpPr txBox="1"/>
          <p:nvPr>
            <p:ph idx="21" type="subTitle"/>
          </p:nvPr>
        </p:nvSpPr>
        <p:spPr>
          <a:xfrm>
            <a:off x="3623175" y="34370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6" name="Google Shape;316;p15"/>
          <p:cNvSpPr txBox="1"/>
          <p:nvPr>
            <p:ph idx="22" type="subTitle"/>
          </p:nvPr>
        </p:nvSpPr>
        <p:spPr>
          <a:xfrm>
            <a:off x="3623175" y="384945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7" name="Google Shape;317;p15"/>
          <p:cNvSpPr txBox="1"/>
          <p:nvPr>
            <p:ph idx="23" type="subTitle"/>
          </p:nvPr>
        </p:nvSpPr>
        <p:spPr>
          <a:xfrm>
            <a:off x="5465501" y="220060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8" name="Google Shape;318;p15"/>
          <p:cNvSpPr txBox="1"/>
          <p:nvPr>
            <p:ph idx="24" type="subTitle"/>
          </p:nvPr>
        </p:nvSpPr>
        <p:spPr>
          <a:xfrm>
            <a:off x="5465501" y="261085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9" name="Google Shape;319;p15"/>
          <p:cNvSpPr txBox="1"/>
          <p:nvPr>
            <p:ph idx="25" type="subTitle"/>
          </p:nvPr>
        </p:nvSpPr>
        <p:spPr>
          <a:xfrm>
            <a:off x="5465501" y="302220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20" name="Google Shape;320;p15"/>
          <p:cNvSpPr txBox="1"/>
          <p:nvPr>
            <p:ph idx="26" type="subTitle"/>
          </p:nvPr>
        </p:nvSpPr>
        <p:spPr>
          <a:xfrm>
            <a:off x="5465501" y="343700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21" name="Google Shape;321;p15"/>
          <p:cNvSpPr txBox="1"/>
          <p:nvPr>
            <p:ph idx="27" type="subTitle"/>
          </p:nvPr>
        </p:nvSpPr>
        <p:spPr>
          <a:xfrm>
            <a:off x="5465501" y="384945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highlights">
  <p:cSld name="CUSTOM_5_2_2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6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324" name="Google Shape;324;p16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25" name="Google Shape;325;p16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26" name="Google Shape;326;p16"/>
          <p:cNvSpPr txBox="1"/>
          <p:nvPr>
            <p:ph idx="2" type="subTitle"/>
          </p:nvPr>
        </p:nvSpPr>
        <p:spPr>
          <a:xfrm>
            <a:off x="229525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27" name="Google Shape;327;p16"/>
          <p:cNvSpPr txBox="1"/>
          <p:nvPr>
            <p:ph idx="3" type="subTitle"/>
          </p:nvPr>
        </p:nvSpPr>
        <p:spPr>
          <a:xfrm>
            <a:off x="2015702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28" name="Google Shape;328;p16"/>
          <p:cNvSpPr txBox="1"/>
          <p:nvPr>
            <p:ph idx="4" type="subTitle"/>
          </p:nvPr>
        </p:nvSpPr>
        <p:spPr>
          <a:xfrm>
            <a:off x="3774602" y="2435600"/>
            <a:ext cx="1500900" cy="264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29" name="Google Shape;329;p16"/>
          <p:cNvSpPr txBox="1"/>
          <p:nvPr>
            <p:ph idx="5" type="subTitle"/>
          </p:nvPr>
        </p:nvSpPr>
        <p:spPr>
          <a:xfrm>
            <a:off x="5616677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30" name="Google Shape;330;p16"/>
          <p:cNvSpPr txBox="1"/>
          <p:nvPr>
            <p:ph idx="6" type="subTitle"/>
          </p:nvPr>
        </p:nvSpPr>
        <p:spPr>
          <a:xfrm>
            <a:off x="7411452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31" name="Google Shape;331;p16"/>
          <p:cNvSpPr txBox="1"/>
          <p:nvPr>
            <p:ph idx="7" type="body"/>
          </p:nvPr>
        </p:nvSpPr>
        <p:spPr>
          <a:xfrm>
            <a:off x="387584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332" name="Google Shape;332;p16"/>
          <p:cNvSpPr txBox="1"/>
          <p:nvPr>
            <p:ph idx="8" type="body"/>
          </p:nvPr>
        </p:nvSpPr>
        <p:spPr>
          <a:xfrm>
            <a:off x="2164609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/>
            </a:lvl9pPr>
          </a:lstStyle>
          <a:p/>
        </p:txBody>
      </p:sp>
      <p:sp>
        <p:nvSpPr>
          <p:cNvPr id="333" name="Google Shape;333;p16"/>
          <p:cNvSpPr txBox="1"/>
          <p:nvPr>
            <p:ph idx="9" type="body"/>
          </p:nvPr>
        </p:nvSpPr>
        <p:spPr>
          <a:xfrm>
            <a:off x="3941634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334" name="Google Shape;334;p16"/>
          <p:cNvSpPr txBox="1"/>
          <p:nvPr>
            <p:ph idx="13" type="body"/>
          </p:nvPr>
        </p:nvSpPr>
        <p:spPr>
          <a:xfrm>
            <a:off x="5764484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335" name="Google Shape;335;p16"/>
          <p:cNvSpPr txBox="1"/>
          <p:nvPr>
            <p:ph idx="14" type="body"/>
          </p:nvPr>
        </p:nvSpPr>
        <p:spPr>
          <a:xfrm>
            <a:off x="7587334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highlights w/ dots">
  <p:cSld name="CUSTOM_5_2_1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7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338" name="Google Shape;338;p17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39" name="Google Shape;339;p17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40" name="Google Shape;340;p17"/>
          <p:cNvSpPr txBox="1"/>
          <p:nvPr>
            <p:ph idx="2" type="subTitle"/>
          </p:nvPr>
        </p:nvSpPr>
        <p:spPr>
          <a:xfrm>
            <a:off x="351700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41" name="Google Shape;341;p17"/>
          <p:cNvSpPr txBox="1"/>
          <p:nvPr>
            <p:ph idx="3" type="subTitle"/>
          </p:nvPr>
        </p:nvSpPr>
        <p:spPr>
          <a:xfrm>
            <a:off x="3315050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42" name="Google Shape;342;p17"/>
          <p:cNvSpPr txBox="1"/>
          <p:nvPr>
            <p:ph idx="4" type="subTitle"/>
          </p:nvPr>
        </p:nvSpPr>
        <p:spPr>
          <a:xfrm>
            <a:off x="6278400" y="2435600"/>
            <a:ext cx="1500900" cy="264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43" name="Google Shape;343;p17"/>
          <p:cNvSpPr txBox="1"/>
          <p:nvPr>
            <p:ph idx="5" type="body"/>
          </p:nvPr>
        </p:nvSpPr>
        <p:spPr>
          <a:xfrm>
            <a:off x="331505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SzPts val="900"/>
              <a:buFont typeface="Red Hat Display"/>
              <a:buChar char="■"/>
              <a:defRPr sz="900"/>
            </a:lvl9pPr>
          </a:lstStyle>
          <a:p/>
        </p:txBody>
      </p:sp>
      <p:grpSp>
        <p:nvGrpSpPr>
          <p:cNvPr id="344" name="Google Shape;344;p17"/>
          <p:cNvGrpSpPr/>
          <p:nvPr/>
        </p:nvGrpSpPr>
        <p:grpSpPr>
          <a:xfrm flipH="1">
            <a:off x="6903656" y="79823"/>
            <a:ext cx="2140834" cy="1767927"/>
            <a:chOff x="142083" y="79814"/>
            <a:chExt cx="1831025" cy="1512212"/>
          </a:xfrm>
        </p:grpSpPr>
        <p:sp>
          <p:nvSpPr>
            <p:cNvPr id="345" name="Google Shape;345;p17"/>
            <p:cNvSpPr/>
            <p:nvPr/>
          </p:nvSpPr>
          <p:spPr>
            <a:xfrm>
              <a:off x="142083" y="79814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46" name="Google Shape;346;p17"/>
            <p:cNvSpPr/>
            <p:nvPr/>
          </p:nvSpPr>
          <p:spPr>
            <a:xfrm>
              <a:off x="487858" y="87214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47" name="Google Shape;347;p17"/>
            <p:cNvSpPr/>
            <p:nvPr/>
          </p:nvSpPr>
          <p:spPr>
            <a:xfrm>
              <a:off x="839135" y="87214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48" name="Google Shape;348;p17"/>
            <p:cNvSpPr/>
            <p:nvPr/>
          </p:nvSpPr>
          <p:spPr>
            <a:xfrm>
              <a:off x="1191033" y="105414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49" name="Google Shape;349;p17"/>
            <p:cNvSpPr/>
            <p:nvPr/>
          </p:nvSpPr>
          <p:spPr>
            <a:xfrm>
              <a:off x="1537808" y="115439"/>
              <a:ext cx="140700" cy="14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0" name="Google Shape;350;p17"/>
            <p:cNvSpPr/>
            <p:nvPr/>
          </p:nvSpPr>
          <p:spPr>
            <a:xfrm>
              <a:off x="1908008" y="148714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1" name="Google Shape;351;p17"/>
            <p:cNvSpPr/>
            <p:nvPr/>
          </p:nvSpPr>
          <p:spPr>
            <a:xfrm>
              <a:off x="164883" y="422639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2" name="Google Shape;352;p17"/>
            <p:cNvSpPr/>
            <p:nvPr/>
          </p:nvSpPr>
          <p:spPr>
            <a:xfrm>
              <a:off x="506960" y="42788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3" name="Google Shape;353;p17"/>
            <p:cNvSpPr/>
            <p:nvPr/>
          </p:nvSpPr>
          <p:spPr>
            <a:xfrm>
              <a:off x="854387" y="4367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4" name="Google Shape;354;p17"/>
            <p:cNvSpPr/>
            <p:nvPr/>
          </p:nvSpPr>
          <p:spPr>
            <a:xfrm>
              <a:off x="1202034" y="45038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5" name="Google Shape;355;p17"/>
            <p:cNvSpPr/>
            <p:nvPr/>
          </p:nvSpPr>
          <p:spPr>
            <a:xfrm>
              <a:off x="1558407" y="470039"/>
              <a:ext cx="97800" cy="97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6" name="Google Shape;356;p17"/>
            <p:cNvSpPr/>
            <p:nvPr/>
          </p:nvSpPr>
          <p:spPr>
            <a:xfrm>
              <a:off x="1924408" y="499814"/>
              <a:ext cx="32400" cy="3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7" name="Google Shape;357;p17"/>
            <p:cNvSpPr/>
            <p:nvPr/>
          </p:nvSpPr>
          <p:spPr>
            <a:xfrm>
              <a:off x="529964" y="7756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8" name="Google Shape;358;p17"/>
            <p:cNvSpPr/>
            <p:nvPr/>
          </p:nvSpPr>
          <p:spPr>
            <a:xfrm>
              <a:off x="185718" y="76544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9" name="Google Shape;359;p17"/>
            <p:cNvSpPr/>
            <p:nvPr/>
          </p:nvSpPr>
          <p:spPr>
            <a:xfrm>
              <a:off x="873448" y="7840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0" name="Google Shape;360;p17"/>
            <p:cNvSpPr/>
            <p:nvPr/>
          </p:nvSpPr>
          <p:spPr>
            <a:xfrm>
              <a:off x="1230921" y="80450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1" name="Google Shape;361;p17"/>
            <p:cNvSpPr/>
            <p:nvPr/>
          </p:nvSpPr>
          <p:spPr>
            <a:xfrm>
              <a:off x="1577346" y="824201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2" name="Google Shape;362;p17"/>
            <p:cNvSpPr/>
            <p:nvPr/>
          </p:nvSpPr>
          <p:spPr>
            <a:xfrm>
              <a:off x="551148" y="11221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3" name="Google Shape;363;p17"/>
            <p:cNvSpPr/>
            <p:nvPr/>
          </p:nvSpPr>
          <p:spPr>
            <a:xfrm>
              <a:off x="201014" y="1115389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4" name="Google Shape;364;p17"/>
            <p:cNvSpPr/>
            <p:nvPr/>
          </p:nvSpPr>
          <p:spPr>
            <a:xfrm>
              <a:off x="900639" y="114435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5" name="Google Shape;365;p17"/>
            <p:cNvSpPr/>
            <p:nvPr/>
          </p:nvSpPr>
          <p:spPr>
            <a:xfrm>
              <a:off x="1258496" y="1160976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6" name="Google Shape;366;p17"/>
            <p:cNvSpPr/>
            <p:nvPr/>
          </p:nvSpPr>
          <p:spPr>
            <a:xfrm>
              <a:off x="240458" y="1484026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7" name="Google Shape;367;p17"/>
            <p:cNvSpPr/>
            <p:nvPr/>
          </p:nvSpPr>
          <p:spPr>
            <a:xfrm>
              <a:off x="583108" y="1486121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8" name="Google Shape;368;p17"/>
            <p:cNvSpPr/>
            <p:nvPr/>
          </p:nvSpPr>
          <p:spPr>
            <a:xfrm>
              <a:off x="937805" y="1508513"/>
              <a:ext cx="43500" cy="43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sp>
        <p:nvSpPr>
          <p:cNvPr id="369" name="Google Shape;369;p17"/>
          <p:cNvSpPr txBox="1"/>
          <p:nvPr>
            <p:ph idx="6" type="body"/>
          </p:nvPr>
        </p:nvSpPr>
        <p:spPr>
          <a:xfrm>
            <a:off x="35170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370" name="Google Shape;370;p17"/>
          <p:cNvSpPr txBox="1"/>
          <p:nvPr>
            <p:ph idx="7" type="body"/>
          </p:nvPr>
        </p:nvSpPr>
        <p:spPr>
          <a:xfrm>
            <a:off x="627840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highlights">
  <p:cSld name="CUSTOM_5_2_1_1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8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373" name="Google Shape;373;p18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74" name="Google Shape;374;p18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75" name="Google Shape;375;p18"/>
          <p:cNvSpPr txBox="1"/>
          <p:nvPr>
            <p:ph idx="2" type="subTitle"/>
          </p:nvPr>
        </p:nvSpPr>
        <p:spPr>
          <a:xfrm>
            <a:off x="351700" y="2435600"/>
            <a:ext cx="2439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76" name="Google Shape;376;p18"/>
          <p:cNvSpPr txBox="1"/>
          <p:nvPr>
            <p:ph idx="3" type="subTitle"/>
          </p:nvPr>
        </p:nvSpPr>
        <p:spPr>
          <a:xfrm>
            <a:off x="3315050" y="2435600"/>
            <a:ext cx="2439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77" name="Google Shape;377;p18"/>
          <p:cNvSpPr txBox="1"/>
          <p:nvPr>
            <p:ph idx="4" type="subTitle"/>
          </p:nvPr>
        </p:nvSpPr>
        <p:spPr>
          <a:xfrm>
            <a:off x="6278400" y="2435600"/>
            <a:ext cx="2439900" cy="264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78" name="Google Shape;378;p18"/>
          <p:cNvSpPr txBox="1"/>
          <p:nvPr>
            <p:ph idx="5" type="body"/>
          </p:nvPr>
        </p:nvSpPr>
        <p:spPr>
          <a:xfrm>
            <a:off x="331505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SzPts val="900"/>
              <a:buFont typeface="Red Hat Display"/>
              <a:buChar char="■"/>
              <a:defRPr sz="900"/>
            </a:lvl9pPr>
          </a:lstStyle>
          <a:p/>
        </p:txBody>
      </p:sp>
      <p:sp>
        <p:nvSpPr>
          <p:cNvPr id="379" name="Google Shape;379;p18"/>
          <p:cNvSpPr txBox="1"/>
          <p:nvPr>
            <p:ph idx="6" type="body"/>
          </p:nvPr>
        </p:nvSpPr>
        <p:spPr>
          <a:xfrm>
            <a:off x="35170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380" name="Google Shape;380;p18"/>
          <p:cNvSpPr txBox="1"/>
          <p:nvPr>
            <p:ph idx="7" type="body"/>
          </p:nvPr>
        </p:nvSpPr>
        <p:spPr>
          <a:xfrm>
            <a:off x="627840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highlights">
  <p:cSld name="CUSTOM_5_1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9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83" name="Google Shape;383;p19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384" name="Google Shape;384;p19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85" name="Google Shape;385;p19"/>
          <p:cNvSpPr txBox="1"/>
          <p:nvPr>
            <p:ph idx="2" type="subTitle"/>
          </p:nvPr>
        </p:nvSpPr>
        <p:spPr>
          <a:xfrm>
            <a:off x="637000" y="1820550"/>
            <a:ext cx="702300" cy="7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86" name="Google Shape;386;p19"/>
          <p:cNvSpPr txBox="1"/>
          <p:nvPr>
            <p:ph idx="3" type="subTitle"/>
          </p:nvPr>
        </p:nvSpPr>
        <p:spPr>
          <a:xfrm>
            <a:off x="637000" y="3294325"/>
            <a:ext cx="702300" cy="7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87" name="Google Shape;387;p19"/>
          <p:cNvSpPr txBox="1"/>
          <p:nvPr>
            <p:ph idx="4" type="subTitle"/>
          </p:nvPr>
        </p:nvSpPr>
        <p:spPr>
          <a:xfrm>
            <a:off x="5028175" y="1820550"/>
            <a:ext cx="702300" cy="77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8" name="Google Shape;388;p19"/>
          <p:cNvSpPr txBox="1"/>
          <p:nvPr>
            <p:ph idx="5" type="subTitle"/>
          </p:nvPr>
        </p:nvSpPr>
        <p:spPr>
          <a:xfrm>
            <a:off x="5028175" y="3294325"/>
            <a:ext cx="702300" cy="7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89" name="Google Shape;389;p19"/>
          <p:cNvSpPr txBox="1"/>
          <p:nvPr>
            <p:ph idx="6" type="subTitle"/>
          </p:nvPr>
        </p:nvSpPr>
        <p:spPr>
          <a:xfrm>
            <a:off x="1546000" y="1807825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390" name="Google Shape;390;p19"/>
          <p:cNvSpPr txBox="1"/>
          <p:nvPr>
            <p:ph idx="7" type="subTitle"/>
          </p:nvPr>
        </p:nvSpPr>
        <p:spPr>
          <a:xfrm>
            <a:off x="1546000" y="3288350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391" name="Google Shape;391;p19"/>
          <p:cNvSpPr txBox="1"/>
          <p:nvPr>
            <p:ph idx="8" type="subTitle"/>
          </p:nvPr>
        </p:nvSpPr>
        <p:spPr>
          <a:xfrm>
            <a:off x="5937175" y="1807825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392" name="Google Shape;392;p19"/>
          <p:cNvSpPr txBox="1"/>
          <p:nvPr>
            <p:ph idx="9" type="subTitle"/>
          </p:nvPr>
        </p:nvSpPr>
        <p:spPr>
          <a:xfrm>
            <a:off x="5937175" y="3288350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/ Black">
  <p:cSld name="BLANK_1_1_1_1_1_1"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4" name="Google Shape;394;p20"/>
          <p:cNvCxnSpPr/>
          <p:nvPr/>
        </p:nvCxnSpPr>
        <p:spPr>
          <a:xfrm>
            <a:off x="3518300" y="712833"/>
            <a:ext cx="56175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5" name="Google Shape;395;p20"/>
          <p:cNvCxnSpPr>
            <a:stCxn id="396" idx="1"/>
            <a:endCxn id="397" idx="3"/>
          </p:cNvCxnSpPr>
          <p:nvPr/>
        </p:nvCxnSpPr>
        <p:spPr>
          <a:xfrm>
            <a:off x="2641916" y="1598375"/>
            <a:ext cx="0" cy="1332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8" name="Google Shape;398;p20"/>
          <p:cNvCxnSpPr/>
          <p:nvPr/>
        </p:nvCxnSpPr>
        <p:spPr>
          <a:xfrm rot="10800000">
            <a:off x="-19425" y="711675"/>
            <a:ext cx="936600" cy="9366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9" name="Google Shape;399;p20"/>
          <p:cNvCxnSpPr/>
          <p:nvPr/>
        </p:nvCxnSpPr>
        <p:spPr>
          <a:xfrm rot="10800000">
            <a:off x="1464900" y="-8025"/>
            <a:ext cx="958800" cy="9588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6" name="Google Shape;396;p20"/>
          <p:cNvSpPr/>
          <p:nvPr/>
        </p:nvSpPr>
        <p:spPr>
          <a:xfrm flipH="1">
            <a:off x="1761266" y="-61412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400" name="Google Shape;400;p20"/>
          <p:cNvCxnSpPr/>
          <p:nvPr/>
        </p:nvCxnSpPr>
        <p:spPr>
          <a:xfrm rot="10800000">
            <a:off x="709975" y="3201569"/>
            <a:ext cx="1758300" cy="1758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7" name="Google Shape;397;p20"/>
          <p:cNvSpPr/>
          <p:nvPr/>
        </p:nvSpPr>
        <p:spPr>
          <a:xfrm>
            <a:off x="1761265" y="2930748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401" name="Google Shape;401;p20"/>
          <p:cNvCxnSpPr/>
          <p:nvPr/>
        </p:nvCxnSpPr>
        <p:spPr>
          <a:xfrm flipH="1" rot="10800000">
            <a:off x="-23900" y="3541825"/>
            <a:ext cx="1163100" cy="1163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2" name="Google Shape;402;p20"/>
          <p:cNvSpPr/>
          <p:nvPr/>
        </p:nvSpPr>
        <p:spPr>
          <a:xfrm flipH="1">
            <a:off x="-34" y="159837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03" name="Google Shape;403;p20"/>
          <p:cNvSpPr txBox="1"/>
          <p:nvPr>
            <p:ph idx="1" type="subTitle"/>
          </p:nvPr>
        </p:nvSpPr>
        <p:spPr>
          <a:xfrm>
            <a:off x="3948800" y="2677300"/>
            <a:ext cx="4966500" cy="2006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04" name="Google Shape;404;p20"/>
          <p:cNvSpPr txBox="1"/>
          <p:nvPr>
            <p:ph type="title"/>
          </p:nvPr>
        </p:nvSpPr>
        <p:spPr>
          <a:xfrm>
            <a:off x="3948800" y="1956950"/>
            <a:ext cx="49665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/ Green">
  <p:cSld name="BLANK_1_1_1_1_1_1_2">
    <p:bg>
      <p:bgPr>
        <a:solidFill>
          <a:schemeClr val="accent5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6" name="Google Shape;406;p21"/>
          <p:cNvCxnSpPr/>
          <p:nvPr/>
        </p:nvCxnSpPr>
        <p:spPr>
          <a:xfrm>
            <a:off x="3518300" y="712833"/>
            <a:ext cx="56175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7" name="Google Shape;407;p21"/>
          <p:cNvCxnSpPr>
            <a:stCxn id="408" idx="1"/>
            <a:endCxn id="409" idx="3"/>
          </p:cNvCxnSpPr>
          <p:nvPr/>
        </p:nvCxnSpPr>
        <p:spPr>
          <a:xfrm>
            <a:off x="2641916" y="1598375"/>
            <a:ext cx="0" cy="13323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0" name="Google Shape;410;p21"/>
          <p:cNvCxnSpPr/>
          <p:nvPr/>
        </p:nvCxnSpPr>
        <p:spPr>
          <a:xfrm rot="10800000">
            <a:off x="-19425" y="711675"/>
            <a:ext cx="936600" cy="9366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1" name="Google Shape;411;p21"/>
          <p:cNvCxnSpPr/>
          <p:nvPr/>
        </p:nvCxnSpPr>
        <p:spPr>
          <a:xfrm rot="10800000">
            <a:off x="1464900" y="-8025"/>
            <a:ext cx="958800" cy="9588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8" name="Google Shape;408;p21"/>
          <p:cNvSpPr/>
          <p:nvPr/>
        </p:nvSpPr>
        <p:spPr>
          <a:xfrm flipH="1">
            <a:off x="1761266" y="-61412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412" name="Google Shape;412;p21"/>
          <p:cNvCxnSpPr/>
          <p:nvPr/>
        </p:nvCxnSpPr>
        <p:spPr>
          <a:xfrm rot="10800000">
            <a:off x="709975" y="3201569"/>
            <a:ext cx="1758300" cy="17583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9" name="Google Shape;409;p21"/>
          <p:cNvSpPr/>
          <p:nvPr/>
        </p:nvSpPr>
        <p:spPr>
          <a:xfrm>
            <a:off x="1761265" y="2930748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413" name="Google Shape;413;p21"/>
          <p:cNvCxnSpPr/>
          <p:nvPr/>
        </p:nvCxnSpPr>
        <p:spPr>
          <a:xfrm flipH="1" rot="10800000">
            <a:off x="-23900" y="3541825"/>
            <a:ext cx="1163100" cy="11631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4" name="Google Shape;414;p21"/>
          <p:cNvSpPr/>
          <p:nvPr/>
        </p:nvSpPr>
        <p:spPr>
          <a:xfrm flipH="1">
            <a:off x="-34" y="159837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15" name="Google Shape;415;p21"/>
          <p:cNvSpPr txBox="1"/>
          <p:nvPr>
            <p:ph idx="1" type="subTitle"/>
          </p:nvPr>
        </p:nvSpPr>
        <p:spPr>
          <a:xfrm>
            <a:off x="3948800" y="2677301"/>
            <a:ext cx="4941000" cy="1929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16" name="Google Shape;416;p21"/>
          <p:cNvSpPr txBox="1"/>
          <p:nvPr>
            <p:ph type="title"/>
          </p:nvPr>
        </p:nvSpPr>
        <p:spPr>
          <a:xfrm>
            <a:off x="3948800" y="1956950"/>
            <a:ext cx="49665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w/ description">
  <p:cSld name="BLANK_1_1_1_1_1_1_1_1_1_1_1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2"/>
          <p:cNvSpPr txBox="1"/>
          <p:nvPr>
            <p:ph idx="1" type="subTitle"/>
          </p:nvPr>
        </p:nvSpPr>
        <p:spPr>
          <a:xfrm>
            <a:off x="4782025" y="1731500"/>
            <a:ext cx="19269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19" name="Google Shape;419;p22"/>
          <p:cNvSpPr txBox="1"/>
          <p:nvPr>
            <p:ph type="title"/>
          </p:nvPr>
        </p:nvSpPr>
        <p:spPr>
          <a:xfrm>
            <a:off x="1392601" y="836575"/>
            <a:ext cx="32052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0" name="Google Shape;420;p22"/>
          <p:cNvSpPr/>
          <p:nvPr/>
        </p:nvSpPr>
        <p:spPr>
          <a:xfrm>
            <a:off x="1" y="1262825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21" name="Google Shape;421;p22"/>
          <p:cNvSpPr/>
          <p:nvPr/>
        </p:nvSpPr>
        <p:spPr>
          <a:xfrm>
            <a:off x="1" y="2556277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22" name="Google Shape;422;p22"/>
          <p:cNvSpPr/>
          <p:nvPr/>
        </p:nvSpPr>
        <p:spPr>
          <a:xfrm>
            <a:off x="1" y="3849830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23" name="Google Shape;423;p22"/>
          <p:cNvSpPr/>
          <p:nvPr/>
        </p:nvSpPr>
        <p:spPr>
          <a:xfrm>
            <a:off x="0" y="0"/>
            <a:ext cx="1187700" cy="1262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24" name="Google Shape;424;p22"/>
          <p:cNvSpPr txBox="1"/>
          <p:nvPr>
            <p:ph idx="2" type="subTitle"/>
          </p:nvPr>
        </p:nvSpPr>
        <p:spPr>
          <a:xfrm>
            <a:off x="4944882" y="1875150"/>
            <a:ext cx="15849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25" name="Google Shape;425;p22"/>
          <p:cNvSpPr txBox="1"/>
          <p:nvPr>
            <p:ph idx="3" type="subTitle"/>
          </p:nvPr>
        </p:nvSpPr>
        <p:spPr>
          <a:xfrm>
            <a:off x="4782025" y="2682477"/>
            <a:ext cx="1926900" cy="30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26" name="Google Shape;426;p22"/>
          <p:cNvSpPr txBox="1"/>
          <p:nvPr>
            <p:ph idx="4" type="subTitle"/>
          </p:nvPr>
        </p:nvSpPr>
        <p:spPr>
          <a:xfrm>
            <a:off x="4944882" y="2826125"/>
            <a:ext cx="15849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27" name="Google Shape;427;p22"/>
          <p:cNvSpPr txBox="1"/>
          <p:nvPr>
            <p:ph idx="5" type="subTitle"/>
          </p:nvPr>
        </p:nvSpPr>
        <p:spPr>
          <a:xfrm>
            <a:off x="4782025" y="3628000"/>
            <a:ext cx="19269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28" name="Google Shape;428;p22"/>
          <p:cNvSpPr txBox="1"/>
          <p:nvPr>
            <p:ph idx="6" type="subTitle"/>
          </p:nvPr>
        </p:nvSpPr>
        <p:spPr>
          <a:xfrm>
            <a:off x="4944882" y="3771650"/>
            <a:ext cx="15849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29" name="Google Shape;429;p22"/>
          <p:cNvSpPr txBox="1"/>
          <p:nvPr>
            <p:ph idx="7" type="subTitle"/>
          </p:nvPr>
        </p:nvSpPr>
        <p:spPr>
          <a:xfrm>
            <a:off x="7123375" y="1731500"/>
            <a:ext cx="17478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30" name="Google Shape;430;p22"/>
          <p:cNvSpPr txBox="1"/>
          <p:nvPr>
            <p:ph idx="8" type="subTitle"/>
          </p:nvPr>
        </p:nvSpPr>
        <p:spPr>
          <a:xfrm>
            <a:off x="7278029" y="1875150"/>
            <a:ext cx="16374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31" name="Google Shape;431;p22"/>
          <p:cNvSpPr txBox="1"/>
          <p:nvPr>
            <p:ph idx="9" type="subTitle"/>
          </p:nvPr>
        </p:nvSpPr>
        <p:spPr>
          <a:xfrm>
            <a:off x="7123375" y="2682477"/>
            <a:ext cx="17478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32" name="Google Shape;432;p22"/>
          <p:cNvSpPr txBox="1"/>
          <p:nvPr>
            <p:ph idx="13" type="subTitle"/>
          </p:nvPr>
        </p:nvSpPr>
        <p:spPr>
          <a:xfrm>
            <a:off x="7278029" y="2826127"/>
            <a:ext cx="16374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33" name="Google Shape;433;p22"/>
          <p:cNvSpPr txBox="1"/>
          <p:nvPr>
            <p:ph idx="14" type="subTitle"/>
          </p:nvPr>
        </p:nvSpPr>
        <p:spPr>
          <a:xfrm>
            <a:off x="7123375" y="3628000"/>
            <a:ext cx="17478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34" name="Google Shape;434;p22"/>
          <p:cNvSpPr txBox="1"/>
          <p:nvPr>
            <p:ph idx="15" type="subTitle"/>
          </p:nvPr>
        </p:nvSpPr>
        <p:spPr>
          <a:xfrm>
            <a:off x="7278029" y="3771650"/>
            <a:ext cx="16374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BLANK_1_1_1_1_1_1_1_1_1_1_1_2"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3"/>
          <p:cNvSpPr txBox="1"/>
          <p:nvPr>
            <p:ph idx="1" type="subTitle"/>
          </p:nvPr>
        </p:nvSpPr>
        <p:spPr>
          <a:xfrm>
            <a:off x="5711285" y="1731500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37" name="Google Shape;437;p23"/>
          <p:cNvSpPr txBox="1"/>
          <p:nvPr>
            <p:ph type="title"/>
          </p:nvPr>
        </p:nvSpPr>
        <p:spPr>
          <a:xfrm>
            <a:off x="1392601" y="836575"/>
            <a:ext cx="32052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8" name="Google Shape;438;p23"/>
          <p:cNvSpPr/>
          <p:nvPr/>
        </p:nvSpPr>
        <p:spPr>
          <a:xfrm>
            <a:off x="1" y="1262825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39" name="Google Shape;439;p23"/>
          <p:cNvSpPr/>
          <p:nvPr/>
        </p:nvSpPr>
        <p:spPr>
          <a:xfrm>
            <a:off x="1" y="2556277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40" name="Google Shape;440;p23"/>
          <p:cNvSpPr/>
          <p:nvPr/>
        </p:nvSpPr>
        <p:spPr>
          <a:xfrm>
            <a:off x="1" y="3849830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41" name="Google Shape;441;p23"/>
          <p:cNvSpPr/>
          <p:nvPr/>
        </p:nvSpPr>
        <p:spPr>
          <a:xfrm>
            <a:off x="0" y="0"/>
            <a:ext cx="1187700" cy="1262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42" name="Google Shape;442;p23"/>
          <p:cNvSpPr txBox="1"/>
          <p:nvPr>
            <p:ph idx="2" type="subTitle"/>
          </p:nvPr>
        </p:nvSpPr>
        <p:spPr>
          <a:xfrm>
            <a:off x="5711285" y="2250475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43" name="Google Shape;443;p23"/>
          <p:cNvSpPr txBox="1"/>
          <p:nvPr>
            <p:ph idx="3" type="subTitle"/>
          </p:nvPr>
        </p:nvSpPr>
        <p:spPr>
          <a:xfrm>
            <a:off x="5711285" y="2769450"/>
            <a:ext cx="2846700" cy="30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44" name="Google Shape;444;p23"/>
          <p:cNvSpPr txBox="1"/>
          <p:nvPr>
            <p:ph idx="4" type="subTitle"/>
          </p:nvPr>
        </p:nvSpPr>
        <p:spPr>
          <a:xfrm>
            <a:off x="5711285" y="3288425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45" name="Google Shape;445;p23"/>
          <p:cNvSpPr txBox="1"/>
          <p:nvPr>
            <p:ph idx="5" type="subTitle"/>
          </p:nvPr>
        </p:nvSpPr>
        <p:spPr>
          <a:xfrm>
            <a:off x="5711285" y="3807400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46" name="Google Shape;446;p23"/>
          <p:cNvSpPr txBox="1"/>
          <p:nvPr>
            <p:ph idx="6" type="subTitle"/>
          </p:nvPr>
        </p:nvSpPr>
        <p:spPr>
          <a:xfrm>
            <a:off x="5711285" y="4326375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6"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4"/>
          <p:cNvSpPr/>
          <p:nvPr/>
        </p:nvSpPr>
        <p:spPr>
          <a:xfrm rot="5400000">
            <a:off x="446600" y="-454900"/>
            <a:ext cx="2712900" cy="3605700"/>
          </a:xfrm>
          <a:prstGeom prst="snip1Rect">
            <a:avLst>
              <a:gd fmla="val 39812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49" name="Google Shape;449;p24"/>
          <p:cNvSpPr txBox="1"/>
          <p:nvPr>
            <p:ph type="title"/>
          </p:nvPr>
        </p:nvSpPr>
        <p:spPr>
          <a:xfrm>
            <a:off x="228600" y="525200"/>
            <a:ext cx="31545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50" name="Google Shape;450;p24"/>
          <p:cNvSpPr txBox="1"/>
          <p:nvPr>
            <p:ph idx="1" type="subTitle"/>
          </p:nvPr>
        </p:nvSpPr>
        <p:spPr>
          <a:xfrm>
            <a:off x="228600" y="1185575"/>
            <a:ext cx="2806800" cy="95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51" name="Google Shape;451;p24"/>
          <p:cNvSpPr txBox="1"/>
          <p:nvPr>
            <p:ph idx="2" type="subTitle"/>
          </p:nvPr>
        </p:nvSpPr>
        <p:spPr>
          <a:xfrm>
            <a:off x="4784300" y="1597250"/>
            <a:ext cx="873600" cy="33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52" name="Google Shape;452;p24"/>
          <p:cNvSpPr txBox="1"/>
          <p:nvPr>
            <p:ph idx="3" type="subTitle"/>
          </p:nvPr>
        </p:nvSpPr>
        <p:spPr>
          <a:xfrm>
            <a:off x="6129000" y="1600050"/>
            <a:ext cx="1887300" cy="651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53" name="Google Shape;453;p24"/>
          <p:cNvSpPr txBox="1"/>
          <p:nvPr>
            <p:ph idx="4" type="subTitle"/>
          </p:nvPr>
        </p:nvSpPr>
        <p:spPr>
          <a:xfrm>
            <a:off x="6129000" y="2669675"/>
            <a:ext cx="1887300" cy="651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54" name="Google Shape;454;p24"/>
          <p:cNvSpPr txBox="1"/>
          <p:nvPr>
            <p:ph idx="5" type="subTitle"/>
          </p:nvPr>
        </p:nvSpPr>
        <p:spPr>
          <a:xfrm>
            <a:off x="6129000" y="3739250"/>
            <a:ext cx="1887300" cy="651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55" name="Google Shape;455;p24"/>
          <p:cNvSpPr txBox="1"/>
          <p:nvPr>
            <p:ph idx="6" type="subTitle"/>
          </p:nvPr>
        </p:nvSpPr>
        <p:spPr>
          <a:xfrm>
            <a:off x="4784300" y="2668250"/>
            <a:ext cx="873600" cy="33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56" name="Google Shape;456;p24"/>
          <p:cNvSpPr txBox="1"/>
          <p:nvPr>
            <p:ph idx="7" type="subTitle"/>
          </p:nvPr>
        </p:nvSpPr>
        <p:spPr>
          <a:xfrm>
            <a:off x="4784300" y="3739250"/>
            <a:ext cx="873600" cy="33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61" name="Google Shape;461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64" name="Google Shape;464;p2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65" name="Google Shape;465;p2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68" name="Google Shape;468;p2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3" name="Google Shape;473;p3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74" name="Google Shape;474;p3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3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9" name="Google Shape;479;p3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83" name="Google Shape;483;p3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84" name="Google Shape;484;p3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87" name="Google Shape;487;p3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88" name="Google Shape;488;p3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89" name="Google Shape;489;p3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0" name="Google Shape;490;p3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93" name="Google Shape;493;p3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94" name="Google Shape;494;p3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95" name="Google Shape;495;p3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6" name="Google Shape;496;p3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7" name="Google Shape;497;p3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8" name="Google Shape;498;p3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1" name="Google Shape;501;p3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02" name="Google Shape;502;p3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03" name="Google Shape;503;p3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04" name="Google Shape;504;p3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05" name="Google Shape;505;p3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6" name="Google Shape;506;p3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7" name="Google Shape;507;p3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8" name="Google Shape;508;p3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11" name="Google Shape;511;p3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14" name="Google Shape;514;p3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15" name="Google Shape;515;p3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16" name="Google Shape;516;p3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17" name="Google Shape;517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18" name="Google Shape;518;p3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19" name="Google Shape;519;p3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4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2" name="Google Shape;522;p4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23" name="Google Shape;523;p4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24" name="Google Shape;524;p4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5" name="Google Shape;525;p4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26" name="Google Shape;526;p4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7" name="Google Shape;527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28" name="Google Shape;528;p4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29" name="Google Shape;529;p4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30" name="Google Shape;530;p4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4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4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35" name="Google Shape;535;p4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36" name="Google Shape;536;p4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37" name="Google Shape;537;p4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38" name="Google Shape;538;p4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39" name="Google Shape;539;p4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40" name="Google Shape;540;p4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41" name="Google Shape;541;p4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42" name="Google Shape;542;p4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43" name="Google Shape;543;p4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1">
  <p:cSld name="BLANK_2">
    <p:bg>
      <p:bgPr>
        <a:solidFill>
          <a:schemeClr val="dk1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4"/>
          <p:cNvSpPr txBox="1"/>
          <p:nvPr>
            <p:ph idx="1" type="subTitle"/>
          </p:nvPr>
        </p:nvSpPr>
        <p:spPr>
          <a:xfrm>
            <a:off x="6775278" y="3560565"/>
            <a:ext cx="2001600" cy="124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551" name="Google Shape;551;p44"/>
          <p:cNvSpPr txBox="1"/>
          <p:nvPr>
            <p:ph type="title"/>
          </p:nvPr>
        </p:nvSpPr>
        <p:spPr>
          <a:xfrm>
            <a:off x="361975" y="3082925"/>
            <a:ext cx="6276900" cy="1839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552" name="Google Shape;552;p44"/>
          <p:cNvSpPr txBox="1"/>
          <p:nvPr>
            <p:ph idx="2" type="subTitle"/>
          </p:nvPr>
        </p:nvSpPr>
        <p:spPr>
          <a:xfrm>
            <a:off x="361975" y="2463075"/>
            <a:ext cx="6276900" cy="430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None/>
              <a:defRPr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None/>
              <a:defRPr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None/>
              <a:defRPr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None/>
              <a:defRPr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None/>
              <a:defRPr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None/>
              <a:defRPr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None/>
              <a:defRPr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None/>
              <a:defRPr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None/>
              <a:defRPr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- Alt 2">
  <p:cSld name="CUSTOM_20"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4" name="Google Shape;554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45"/>
          <p:cNvSpPr/>
          <p:nvPr>
            <p:ph idx="2" type="pic"/>
          </p:nvPr>
        </p:nvSpPr>
        <p:spPr>
          <a:xfrm>
            <a:off x="5859475" y="465625"/>
            <a:ext cx="2917200" cy="4316700"/>
          </a:xfrm>
          <a:prstGeom prst="roundRect">
            <a:avLst>
              <a:gd fmla="val 3546" name="adj"/>
            </a:avLst>
          </a:prstGeom>
          <a:noFill/>
          <a:ln>
            <a:noFill/>
          </a:ln>
        </p:spPr>
      </p:sp>
      <p:sp>
        <p:nvSpPr>
          <p:cNvPr id="556" name="Google Shape;556;p45"/>
          <p:cNvSpPr txBox="1"/>
          <p:nvPr>
            <p:ph idx="1" type="body"/>
          </p:nvPr>
        </p:nvSpPr>
        <p:spPr>
          <a:xfrm>
            <a:off x="361975" y="2989125"/>
            <a:ext cx="5008500" cy="1763100"/>
          </a:xfrm>
          <a:prstGeom prst="rect">
            <a:avLst/>
          </a:prstGeom>
        </p:spPr>
        <p:txBody>
          <a:bodyPr anchorCtr="0" anchor="b" bIns="0" lIns="0" spcFirstLastPara="1" rIns="137150" wrap="square" tIns="13715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●"/>
              <a:defRPr sz="1000">
                <a:latin typeface="Archivo"/>
                <a:ea typeface="Archivo"/>
                <a:cs typeface="Archivo"/>
                <a:sym typeface="Archivo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○"/>
              <a:defRPr sz="1000">
                <a:latin typeface="Archivo"/>
                <a:ea typeface="Archivo"/>
                <a:cs typeface="Archivo"/>
                <a:sym typeface="Archivo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■"/>
              <a:defRPr sz="1000">
                <a:latin typeface="Archivo"/>
                <a:ea typeface="Archivo"/>
                <a:cs typeface="Archivo"/>
                <a:sym typeface="Archivo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●"/>
              <a:defRPr sz="1000">
                <a:latin typeface="Archivo"/>
                <a:ea typeface="Archivo"/>
                <a:cs typeface="Archivo"/>
                <a:sym typeface="Archivo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○"/>
              <a:defRPr sz="1000">
                <a:latin typeface="Archivo"/>
                <a:ea typeface="Archivo"/>
                <a:cs typeface="Archivo"/>
                <a:sym typeface="Archivo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■"/>
              <a:defRPr sz="1000">
                <a:latin typeface="Archivo"/>
                <a:ea typeface="Archivo"/>
                <a:cs typeface="Archivo"/>
                <a:sym typeface="Archivo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●"/>
              <a:defRPr sz="1000">
                <a:latin typeface="Archivo"/>
                <a:ea typeface="Archivo"/>
                <a:cs typeface="Archivo"/>
                <a:sym typeface="Archivo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○"/>
              <a:defRPr sz="1000">
                <a:latin typeface="Archivo"/>
                <a:ea typeface="Archivo"/>
                <a:cs typeface="Archivo"/>
                <a:sym typeface="Archivo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"/>
              <a:buChar char="■"/>
              <a:defRPr sz="10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557" name="Google Shape;557;p45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58" name="Google Shape;558;p45"/>
          <p:cNvSpPr txBox="1"/>
          <p:nvPr>
            <p:ph idx="4" type="subTitle"/>
          </p:nvPr>
        </p:nvSpPr>
        <p:spPr>
          <a:xfrm>
            <a:off x="361975" y="552775"/>
            <a:ext cx="4063800" cy="5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- Alt 3">
  <p:cSld name="CUSTOM_24"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0" name="Google Shape;560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4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2" name="Google Shape;562;p46"/>
          <p:cNvSpPr txBox="1"/>
          <p:nvPr>
            <p:ph idx="1" type="subTitle"/>
          </p:nvPr>
        </p:nvSpPr>
        <p:spPr>
          <a:xfrm>
            <a:off x="4918050" y="3138700"/>
            <a:ext cx="3675900" cy="27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563" name="Google Shape;563;p46"/>
          <p:cNvSpPr txBox="1"/>
          <p:nvPr>
            <p:ph idx="2" type="body"/>
          </p:nvPr>
        </p:nvSpPr>
        <p:spPr>
          <a:xfrm>
            <a:off x="4918050" y="3409900"/>
            <a:ext cx="3675900" cy="1233000"/>
          </a:xfrm>
          <a:prstGeom prst="rect">
            <a:avLst/>
          </a:prstGeom>
        </p:spPr>
        <p:txBody>
          <a:bodyPr anchorCtr="0" anchor="t" bIns="0" lIns="0" spcFirstLastPara="1" rIns="0" wrap="square" tIns="13715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Light"/>
              <a:buChar char="●"/>
              <a:defRPr>
                <a:latin typeface="Archivo Light"/>
                <a:ea typeface="Archivo Light"/>
                <a:cs typeface="Archivo Light"/>
                <a:sym typeface="Archivo Light"/>
              </a:defRPr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Light"/>
              <a:buChar char="○"/>
              <a:defRPr>
                <a:latin typeface="Archivo Light"/>
                <a:ea typeface="Archivo Light"/>
                <a:cs typeface="Archivo Light"/>
                <a:sym typeface="Archivo Light"/>
              </a:defRPr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Light"/>
              <a:buChar char="■"/>
              <a:defRPr>
                <a:latin typeface="Archivo Light"/>
                <a:ea typeface="Archivo Light"/>
                <a:cs typeface="Archivo Light"/>
                <a:sym typeface="Archivo Light"/>
              </a:defRPr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Light"/>
              <a:buChar char="●"/>
              <a:defRPr>
                <a:latin typeface="Archivo Light"/>
                <a:ea typeface="Archivo Light"/>
                <a:cs typeface="Archivo Light"/>
                <a:sym typeface="Archivo Light"/>
              </a:defRPr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Light"/>
              <a:buChar char="○"/>
              <a:defRPr>
                <a:latin typeface="Archivo Light"/>
                <a:ea typeface="Archivo Light"/>
                <a:cs typeface="Archivo Light"/>
                <a:sym typeface="Archivo Light"/>
              </a:defRPr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Light"/>
              <a:buChar char="■"/>
              <a:defRPr>
                <a:latin typeface="Archivo Light"/>
                <a:ea typeface="Archivo Light"/>
                <a:cs typeface="Archivo Light"/>
                <a:sym typeface="Archivo Light"/>
              </a:defRPr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Light"/>
              <a:buChar char="●"/>
              <a:defRPr>
                <a:latin typeface="Archivo Light"/>
                <a:ea typeface="Archivo Light"/>
                <a:cs typeface="Archivo Light"/>
                <a:sym typeface="Archivo Light"/>
              </a:defRPr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Light"/>
              <a:buChar char="○"/>
              <a:defRPr>
                <a:latin typeface="Archivo Light"/>
                <a:ea typeface="Archivo Light"/>
                <a:cs typeface="Archivo Light"/>
                <a:sym typeface="Archivo Light"/>
              </a:defRPr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200"/>
              <a:buFont typeface="Archivo Light"/>
              <a:buChar char="■"/>
              <a:defRPr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564" name="Google Shape;564;p46"/>
          <p:cNvSpPr/>
          <p:nvPr>
            <p:ph idx="3" type="pic"/>
          </p:nvPr>
        </p:nvSpPr>
        <p:spPr>
          <a:xfrm>
            <a:off x="4637425" y="1066100"/>
            <a:ext cx="4140600" cy="1806600"/>
          </a:xfrm>
          <a:prstGeom prst="roundRect">
            <a:avLst>
              <a:gd fmla="val 14555" name="adj"/>
            </a:avLst>
          </a:prstGeom>
          <a:noFill/>
          <a:ln>
            <a:noFill/>
          </a:ln>
        </p:spPr>
      </p:sp>
      <p:sp>
        <p:nvSpPr>
          <p:cNvPr id="565" name="Google Shape;565;p46"/>
          <p:cNvSpPr txBox="1"/>
          <p:nvPr>
            <p:ph idx="4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6" name="Google Shape;566;p46"/>
          <p:cNvSpPr txBox="1"/>
          <p:nvPr>
            <p:ph type="title"/>
          </p:nvPr>
        </p:nvSpPr>
        <p:spPr>
          <a:xfrm>
            <a:off x="361975" y="1066100"/>
            <a:ext cx="4136400" cy="455100"/>
          </a:xfrm>
          <a:prstGeom prst="rect">
            <a:avLst/>
          </a:prstGeom>
        </p:spPr>
        <p:txBody>
          <a:bodyPr anchorCtr="0" anchor="t" bIns="137150" lIns="0" spcFirstLastPara="1" rIns="0" wrap="square" tIns="1371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567" name="Google Shape;567;p46"/>
          <p:cNvSpPr txBox="1"/>
          <p:nvPr>
            <p:ph idx="5" type="subTitle"/>
          </p:nvPr>
        </p:nvSpPr>
        <p:spPr>
          <a:xfrm>
            <a:off x="361975" y="552775"/>
            <a:ext cx="4063800" cy="5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subtitles">
  <p:cSld name="CUSTOM_21"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9" name="Google Shape;569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p4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1" name="Google Shape;571;p4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72" name="Google Shape;572;p47"/>
          <p:cNvSpPr txBox="1"/>
          <p:nvPr>
            <p:ph idx="2" type="subTitle"/>
          </p:nvPr>
        </p:nvSpPr>
        <p:spPr>
          <a:xfrm>
            <a:off x="361975" y="539900"/>
            <a:ext cx="8367600" cy="31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73" name="Google Shape;573;p47"/>
          <p:cNvSpPr txBox="1"/>
          <p:nvPr>
            <p:ph type="title"/>
          </p:nvPr>
        </p:nvSpPr>
        <p:spPr>
          <a:xfrm>
            <a:off x="361975" y="1066100"/>
            <a:ext cx="6239100" cy="455100"/>
          </a:xfrm>
          <a:prstGeom prst="rect">
            <a:avLst/>
          </a:prstGeom>
        </p:spPr>
        <p:txBody>
          <a:bodyPr anchorCtr="0" anchor="t" bIns="13715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CUSTOM_19"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5" name="Google Shape;575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4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7" name="Google Shape;577;p4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78" name="Google Shape;578;p48"/>
          <p:cNvSpPr txBox="1"/>
          <p:nvPr>
            <p:ph type="title"/>
          </p:nvPr>
        </p:nvSpPr>
        <p:spPr>
          <a:xfrm>
            <a:off x="361975" y="552775"/>
            <a:ext cx="8343600" cy="2122800"/>
          </a:xfrm>
          <a:prstGeom prst="rect">
            <a:avLst/>
          </a:prstGeom>
        </p:spPr>
        <p:txBody>
          <a:bodyPr anchorCtr="0" anchor="t" bIns="137150" lIns="0" spcFirstLastPara="1" rIns="137150" wrap="square" tIns="137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579" name="Google Shape;579;p48"/>
          <p:cNvSpPr txBox="1"/>
          <p:nvPr>
            <p:ph idx="2" type="body"/>
          </p:nvPr>
        </p:nvSpPr>
        <p:spPr>
          <a:xfrm>
            <a:off x="361975" y="3014385"/>
            <a:ext cx="5008500" cy="1763100"/>
          </a:xfrm>
          <a:prstGeom prst="rect">
            <a:avLst/>
          </a:prstGeom>
        </p:spPr>
        <p:txBody>
          <a:bodyPr anchorCtr="0" anchor="b" bIns="0" lIns="0" spcFirstLastPara="1" rIns="137150" wrap="square" tIns="13715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_2_3_1">
    <p:bg>
      <p:bgPr>
        <a:solidFill>
          <a:schemeClr val="dk1"/>
        </a:solidFill>
      </p:bgPr>
    </p:bg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1" name="Google Shape;581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49"/>
          <p:cNvSpPr txBox="1"/>
          <p:nvPr>
            <p:ph hasCustomPrompt="1" type="title"/>
          </p:nvPr>
        </p:nvSpPr>
        <p:spPr>
          <a:xfrm>
            <a:off x="6810900" y="1133425"/>
            <a:ext cx="1963500" cy="614400"/>
          </a:xfrm>
          <a:prstGeom prst="rect">
            <a:avLst/>
          </a:prstGeom>
        </p:spPr>
        <p:txBody>
          <a:bodyPr anchorCtr="0" anchor="t" bIns="137150" lIns="137150" spcFirstLastPara="1" rIns="137150" wrap="square" tIns="1371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3" name="Google Shape;583;p49"/>
          <p:cNvSpPr txBox="1"/>
          <p:nvPr>
            <p:ph hasCustomPrompt="1" idx="2" type="title"/>
          </p:nvPr>
        </p:nvSpPr>
        <p:spPr>
          <a:xfrm>
            <a:off x="4677671" y="1133425"/>
            <a:ext cx="2051400" cy="614400"/>
          </a:xfrm>
          <a:prstGeom prst="rect">
            <a:avLst/>
          </a:prstGeom>
        </p:spPr>
        <p:txBody>
          <a:bodyPr anchorCtr="0" anchor="t" bIns="137150" lIns="137150" spcFirstLastPara="1" rIns="137150" wrap="square" tIns="1371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4" name="Google Shape;584;p49"/>
          <p:cNvSpPr txBox="1"/>
          <p:nvPr>
            <p:ph hasCustomPrompt="1" idx="3" type="title"/>
          </p:nvPr>
        </p:nvSpPr>
        <p:spPr>
          <a:xfrm>
            <a:off x="2537950" y="1133425"/>
            <a:ext cx="1961100" cy="614400"/>
          </a:xfrm>
          <a:prstGeom prst="rect">
            <a:avLst/>
          </a:prstGeom>
        </p:spPr>
        <p:txBody>
          <a:bodyPr anchorCtr="0" anchor="t" bIns="137150" lIns="137150" spcFirstLastPara="1" rIns="137150" wrap="square" tIns="1371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5" name="Google Shape;585;p49"/>
          <p:cNvSpPr txBox="1"/>
          <p:nvPr>
            <p:ph hasCustomPrompt="1" idx="4" type="title"/>
          </p:nvPr>
        </p:nvSpPr>
        <p:spPr>
          <a:xfrm>
            <a:off x="2537950" y="2353968"/>
            <a:ext cx="1961100" cy="614400"/>
          </a:xfrm>
          <a:prstGeom prst="rect">
            <a:avLst/>
          </a:prstGeom>
        </p:spPr>
        <p:txBody>
          <a:bodyPr anchorCtr="0" anchor="t" bIns="137150" lIns="137150" spcFirstLastPara="1" rIns="137150" wrap="square" tIns="1371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6" name="Google Shape;586;p49"/>
          <p:cNvSpPr txBox="1"/>
          <p:nvPr>
            <p:ph hasCustomPrompt="1" idx="5" type="title"/>
          </p:nvPr>
        </p:nvSpPr>
        <p:spPr>
          <a:xfrm>
            <a:off x="396850" y="1133425"/>
            <a:ext cx="1961100" cy="614400"/>
          </a:xfrm>
          <a:prstGeom prst="rect">
            <a:avLst/>
          </a:prstGeom>
        </p:spPr>
        <p:txBody>
          <a:bodyPr anchorCtr="0" anchor="t" bIns="137150" lIns="137150" spcFirstLastPara="1" rIns="137150" wrap="square" tIns="1371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7" name="Google Shape;587;p49"/>
          <p:cNvSpPr txBox="1"/>
          <p:nvPr>
            <p:ph hasCustomPrompt="1" idx="6" type="title"/>
          </p:nvPr>
        </p:nvSpPr>
        <p:spPr>
          <a:xfrm>
            <a:off x="396850" y="2353968"/>
            <a:ext cx="1961100" cy="614400"/>
          </a:xfrm>
          <a:prstGeom prst="rect">
            <a:avLst/>
          </a:prstGeom>
        </p:spPr>
        <p:txBody>
          <a:bodyPr anchorCtr="0" anchor="t" bIns="137150" lIns="137150" spcFirstLastPara="1" rIns="137150" wrap="square" tIns="1371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8" name="Google Shape;588;p4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9" name="Google Shape;589;p49"/>
          <p:cNvSpPr txBox="1"/>
          <p:nvPr>
            <p:ph idx="1" type="subTitle"/>
          </p:nvPr>
        </p:nvSpPr>
        <p:spPr>
          <a:xfrm>
            <a:off x="356125" y="1831403"/>
            <a:ext cx="1961100" cy="349500"/>
          </a:xfrm>
          <a:prstGeom prst="rect">
            <a:avLst/>
          </a:prstGeom>
        </p:spPr>
        <p:txBody>
          <a:bodyPr anchorCtr="0" anchor="b" bIns="0" lIns="137150" spcFirstLastPara="1" rIns="137150" wrap="square" tIns="137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chivo SemiBold"/>
              <a:buNone/>
              <a:defRPr sz="125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2pPr>
            <a:lvl3pPr lvl="2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3pPr>
            <a:lvl4pPr lvl="3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4pPr>
            <a:lvl5pPr lvl="4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5pPr>
            <a:lvl6pPr lvl="5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6pPr>
            <a:lvl7pPr lvl="6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7pPr>
            <a:lvl8pPr lvl="7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8pPr>
            <a:lvl9pPr lvl="8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9pPr>
          </a:lstStyle>
          <a:p/>
        </p:txBody>
      </p:sp>
      <p:sp>
        <p:nvSpPr>
          <p:cNvPr id="590" name="Google Shape;590;p49"/>
          <p:cNvSpPr txBox="1"/>
          <p:nvPr>
            <p:ph idx="7" type="subTitle"/>
          </p:nvPr>
        </p:nvSpPr>
        <p:spPr>
          <a:xfrm>
            <a:off x="2499750" y="1810303"/>
            <a:ext cx="1961100" cy="349500"/>
          </a:xfrm>
          <a:prstGeom prst="rect">
            <a:avLst/>
          </a:prstGeom>
        </p:spPr>
        <p:txBody>
          <a:bodyPr anchorCtr="0" anchor="b" bIns="0" lIns="137150" spcFirstLastPara="1" rIns="137150" wrap="square" tIns="137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chivo SemiBold"/>
              <a:buNone/>
              <a:defRPr sz="125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2pPr>
            <a:lvl3pPr lvl="2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3pPr>
            <a:lvl4pPr lvl="3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4pPr>
            <a:lvl5pPr lvl="4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5pPr>
            <a:lvl6pPr lvl="5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6pPr>
            <a:lvl7pPr lvl="6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7pPr>
            <a:lvl8pPr lvl="7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8pPr>
            <a:lvl9pPr lvl="8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9pPr>
          </a:lstStyle>
          <a:p/>
        </p:txBody>
      </p:sp>
      <p:sp>
        <p:nvSpPr>
          <p:cNvPr id="591" name="Google Shape;591;p49"/>
          <p:cNvSpPr txBox="1"/>
          <p:nvPr>
            <p:ph idx="8" type="subTitle"/>
          </p:nvPr>
        </p:nvSpPr>
        <p:spPr>
          <a:xfrm>
            <a:off x="4647650" y="1810303"/>
            <a:ext cx="1961100" cy="349500"/>
          </a:xfrm>
          <a:prstGeom prst="rect">
            <a:avLst/>
          </a:prstGeom>
        </p:spPr>
        <p:txBody>
          <a:bodyPr anchorCtr="0" anchor="b" bIns="0" lIns="137150" spcFirstLastPara="1" rIns="137150" wrap="square" tIns="137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chivo SemiBold"/>
              <a:buNone/>
              <a:defRPr sz="125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2pPr>
            <a:lvl3pPr lvl="2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3pPr>
            <a:lvl4pPr lvl="3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4pPr>
            <a:lvl5pPr lvl="4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5pPr>
            <a:lvl6pPr lvl="5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6pPr>
            <a:lvl7pPr lvl="6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7pPr>
            <a:lvl8pPr lvl="7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8pPr>
            <a:lvl9pPr lvl="8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9pPr>
          </a:lstStyle>
          <a:p/>
        </p:txBody>
      </p:sp>
      <p:sp>
        <p:nvSpPr>
          <p:cNvPr id="592" name="Google Shape;592;p49"/>
          <p:cNvSpPr txBox="1"/>
          <p:nvPr>
            <p:ph idx="9" type="subTitle"/>
          </p:nvPr>
        </p:nvSpPr>
        <p:spPr>
          <a:xfrm>
            <a:off x="6775275" y="1810303"/>
            <a:ext cx="1961100" cy="349500"/>
          </a:xfrm>
          <a:prstGeom prst="rect">
            <a:avLst/>
          </a:prstGeom>
        </p:spPr>
        <p:txBody>
          <a:bodyPr anchorCtr="0" anchor="b" bIns="0" lIns="137150" spcFirstLastPara="1" rIns="137150" wrap="square" tIns="137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chivo SemiBold"/>
              <a:buNone/>
              <a:defRPr sz="125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2pPr>
            <a:lvl3pPr lvl="2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3pPr>
            <a:lvl4pPr lvl="3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4pPr>
            <a:lvl5pPr lvl="4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5pPr>
            <a:lvl6pPr lvl="5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6pPr>
            <a:lvl7pPr lvl="6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7pPr>
            <a:lvl8pPr lvl="7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8pPr>
            <a:lvl9pPr lvl="8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9pPr>
          </a:lstStyle>
          <a:p/>
        </p:txBody>
      </p:sp>
      <p:sp>
        <p:nvSpPr>
          <p:cNvPr id="593" name="Google Shape;593;p49"/>
          <p:cNvSpPr txBox="1"/>
          <p:nvPr>
            <p:ph idx="13" type="subTitle"/>
          </p:nvPr>
        </p:nvSpPr>
        <p:spPr>
          <a:xfrm>
            <a:off x="356125" y="3061753"/>
            <a:ext cx="1961100" cy="349500"/>
          </a:xfrm>
          <a:prstGeom prst="rect">
            <a:avLst/>
          </a:prstGeom>
        </p:spPr>
        <p:txBody>
          <a:bodyPr anchorCtr="0" anchor="b" bIns="0" lIns="137150" spcFirstLastPara="1" rIns="137150" wrap="square" tIns="137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chivo SemiBold"/>
              <a:buNone/>
              <a:defRPr sz="125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2pPr>
            <a:lvl3pPr lvl="2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3pPr>
            <a:lvl4pPr lvl="3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4pPr>
            <a:lvl5pPr lvl="4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5pPr>
            <a:lvl6pPr lvl="5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6pPr>
            <a:lvl7pPr lvl="6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7pPr>
            <a:lvl8pPr lvl="7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8pPr>
            <a:lvl9pPr lvl="8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9pPr>
          </a:lstStyle>
          <a:p/>
        </p:txBody>
      </p:sp>
      <p:sp>
        <p:nvSpPr>
          <p:cNvPr id="594" name="Google Shape;594;p49"/>
          <p:cNvSpPr txBox="1"/>
          <p:nvPr>
            <p:ph idx="14" type="subTitle"/>
          </p:nvPr>
        </p:nvSpPr>
        <p:spPr>
          <a:xfrm>
            <a:off x="2539950" y="3061753"/>
            <a:ext cx="1961100" cy="349500"/>
          </a:xfrm>
          <a:prstGeom prst="rect">
            <a:avLst/>
          </a:prstGeom>
        </p:spPr>
        <p:txBody>
          <a:bodyPr anchorCtr="0" anchor="b" bIns="0" lIns="137150" spcFirstLastPara="1" rIns="137150" wrap="square" tIns="137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chivo SemiBold"/>
              <a:buNone/>
              <a:defRPr sz="125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2pPr>
            <a:lvl3pPr lvl="2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3pPr>
            <a:lvl4pPr lvl="3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4pPr>
            <a:lvl5pPr lvl="4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5pPr>
            <a:lvl6pPr lvl="5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6pPr>
            <a:lvl7pPr lvl="6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7pPr>
            <a:lvl8pPr lvl="7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8pPr>
            <a:lvl9pPr lvl="8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9pPr>
          </a:lstStyle>
          <a:p/>
        </p:txBody>
      </p:sp>
      <p:sp>
        <p:nvSpPr>
          <p:cNvPr id="595" name="Google Shape;595;p49"/>
          <p:cNvSpPr txBox="1"/>
          <p:nvPr>
            <p:ph idx="15" type="subTitle"/>
          </p:nvPr>
        </p:nvSpPr>
        <p:spPr>
          <a:xfrm>
            <a:off x="361975" y="539900"/>
            <a:ext cx="8367600" cy="31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BLANK_1_1_1_1_1_1_1_1_1_1_1_2_1_5_1">
    <p:bg>
      <p:bgPr>
        <a:solidFill>
          <a:schemeClr val="dk1"/>
        </a:solidFill>
      </p:bgPr>
    </p:bg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7" name="Google Shape;597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5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9" name="Google Shape;599;p50"/>
          <p:cNvSpPr txBox="1"/>
          <p:nvPr>
            <p:ph idx="1" type="subTitle"/>
          </p:nvPr>
        </p:nvSpPr>
        <p:spPr>
          <a:xfrm>
            <a:off x="5145650" y="4315326"/>
            <a:ext cx="3630900" cy="49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00" name="Google Shape;600;p50"/>
          <p:cNvSpPr txBox="1"/>
          <p:nvPr>
            <p:ph type="title"/>
          </p:nvPr>
        </p:nvSpPr>
        <p:spPr>
          <a:xfrm>
            <a:off x="361975" y="2793298"/>
            <a:ext cx="4401300" cy="2111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BLANK_1_1_1_1_1_1_1_1_1_1_1_2_1_4">
    <p:bg>
      <p:bgPr>
        <a:solidFill>
          <a:schemeClr val="dk1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Google Shape;602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51"/>
          <p:cNvSpPr txBox="1"/>
          <p:nvPr>
            <p:ph idx="1" type="subTitle"/>
          </p:nvPr>
        </p:nvSpPr>
        <p:spPr>
          <a:xfrm>
            <a:off x="361975" y="539900"/>
            <a:ext cx="8367600" cy="31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04" name="Google Shape;604;p5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5" name="Google Shape;605;p51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06" name="Google Shape;606;p51"/>
          <p:cNvSpPr txBox="1"/>
          <p:nvPr>
            <p:ph idx="3" type="subTitle"/>
          </p:nvPr>
        </p:nvSpPr>
        <p:spPr>
          <a:xfrm>
            <a:off x="339900" y="2464350"/>
            <a:ext cx="1025100" cy="31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07" name="Google Shape;607;p51"/>
          <p:cNvSpPr txBox="1"/>
          <p:nvPr>
            <p:ph idx="4" type="subTitle"/>
          </p:nvPr>
        </p:nvSpPr>
        <p:spPr>
          <a:xfrm>
            <a:off x="339900" y="3456150"/>
            <a:ext cx="1025100" cy="31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08" name="Google Shape;608;p51"/>
          <p:cNvSpPr txBox="1"/>
          <p:nvPr>
            <p:ph idx="5" type="subTitle"/>
          </p:nvPr>
        </p:nvSpPr>
        <p:spPr>
          <a:xfrm>
            <a:off x="339900" y="4416300"/>
            <a:ext cx="1025100" cy="31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09" name="Google Shape;609;p51"/>
          <p:cNvSpPr txBox="1"/>
          <p:nvPr>
            <p:ph idx="6" type="subTitle"/>
          </p:nvPr>
        </p:nvSpPr>
        <p:spPr>
          <a:xfrm>
            <a:off x="1365000" y="1737950"/>
            <a:ext cx="1945500" cy="318600"/>
          </a:xfrm>
          <a:prstGeom prst="rect">
            <a:avLst/>
          </a:prstGeom>
        </p:spPr>
        <p:txBody>
          <a:bodyPr anchorCtr="0" anchor="ctr" bIns="0" lIns="91425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0" name="Google Shape;610;p51"/>
          <p:cNvSpPr txBox="1"/>
          <p:nvPr>
            <p:ph idx="7" type="subTitle"/>
          </p:nvPr>
        </p:nvSpPr>
        <p:spPr>
          <a:xfrm>
            <a:off x="3308938" y="1737950"/>
            <a:ext cx="1945500" cy="318600"/>
          </a:xfrm>
          <a:prstGeom prst="rect">
            <a:avLst/>
          </a:prstGeom>
        </p:spPr>
        <p:txBody>
          <a:bodyPr anchorCtr="0" anchor="ctr" bIns="0" lIns="91425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1" name="Google Shape;611;p51"/>
          <p:cNvSpPr txBox="1"/>
          <p:nvPr>
            <p:ph idx="8" type="subTitle"/>
          </p:nvPr>
        </p:nvSpPr>
        <p:spPr>
          <a:xfrm>
            <a:off x="5252888" y="1737950"/>
            <a:ext cx="1945500" cy="318600"/>
          </a:xfrm>
          <a:prstGeom prst="rect">
            <a:avLst/>
          </a:prstGeom>
        </p:spPr>
        <p:txBody>
          <a:bodyPr anchorCtr="0" anchor="ctr" bIns="0" lIns="91425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2" name="Google Shape;612;p51"/>
          <p:cNvSpPr txBox="1"/>
          <p:nvPr>
            <p:ph idx="9" type="subTitle"/>
          </p:nvPr>
        </p:nvSpPr>
        <p:spPr>
          <a:xfrm>
            <a:off x="7198463" y="1737950"/>
            <a:ext cx="1945500" cy="318600"/>
          </a:xfrm>
          <a:prstGeom prst="rect">
            <a:avLst/>
          </a:prstGeom>
        </p:spPr>
        <p:txBody>
          <a:bodyPr anchorCtr="0" anchor="ctr" bIns="0" lIns="91425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3" name="Google Shape;613;p51"/>
          <p:cNvSpPr txBox="1"/>
          <p:nvPr>
            <p:ph idx="13" type="subTitle"/>
          </p:nvPr>
        </p:nvSpPr>
        <p:spPr>
          <a:xfrm>
            <a:off x="1488550" y="2242500"/>
            <a:ext cx="1698300" cy="762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4" name="Google Shape;614;p51"/>
          <p:cNvSpPr txBox="1"/>
          <p:nvPr>
            <p:ph idx="14" type="subTitle"/>
          </p:nvPr>
        </p:nvSpPr>
        <p:spPr>
          <a:xfrm>
            <a:off x="3432538" y="2242500"/>
            <a:ext cx="1698300" cy="762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5" name="Google Shape;615;p51"/>
          <p:cNvSpPr txBox="1"/>
          <p:nvPr>
            <p:ph idx="15" type="subTitle"/>
          </p:nvPr>
        </p:nvSpPr>
        <p:spPr>
          <a:xfrm>
            <a:off x="5374950" y="2242500"/>
            <a:ext cx="1698300" cy="762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6" name="Google Shape;616;p51"/>
          <p:cNvSpPr txBox="1"/>
          <p:nvPr>
            <p:ph idx="16" type="subTitle"/>
          </p:nvPr>
        </p:nvSpPr>
        <p:spPr>
          <a:xfrm>
            <a:off x="7318938" y="2242500"/>
            <a:ext cx="1698300" cy="762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7" name="Google Shape;617;p51"/>
          <p:cNvSpPr txBox="1"/>
          <p:nvPr>
            <p:ph idx="17" type="subTitle"/>
          </p:nvPr>
        </p:nvSpPr>
        <p:spPr>
          <a:xfrm>
            <a:off x="1488550" y="3234300"/>
            <a:ext cx="1698300" cy="762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8" name="Google Shape;618;p51"/>
          <p:cNvSpPr txBox="1"/>
          <p:nvPr>
            <p:ph idx="18" type="subTitle"/>
          </p:nvPr>
        </p:nvSpPr>
        <p:spPr>
          <a:xfrm>
            <a:off x="3432538" y="3234300"/>
            <a:ext cx="1698300" cy="762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9" name="Google Shape;619;p51"/>
          <p:cNvSpPr txBox="1"/>
          <p:nvPr>
            <p:ph idx="19" type="subTitle"/>
          </p:nvPr>
        </p:nvSpPr>
        <p:spPr>
          <a:xfrm>
            <a:off x="5374950" y="3234300"/>
            <a:ext cx="1698300" cy="762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20" name="Google Shape;620;p51"/>
          <p:cNvSpPr txBox="1"/>
          <p:nvPr>
            <p:ph idx="20" type="subTitle"/>
          </p:nvPr>
        </p:nvSpPr>
        <p:spPr>
          <a:xfrm>
            <a:off x="7318938" y="3234300"/>
            <a:ext cx="1698300" cy="762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21" name="Google Shape;621;p51"/>
          <p:cNvSpPr txBox="1"/>
          <p:nvPr>
            <p:ph idx="21" type="subTitle"/>
          </p:nvPr>
        </p:nvSpPr>
        <p:spPr>
          <a:xfrm>
            <a:off x="1488550" y="4182550"/>
            <a:ext cx="1698300" cy="762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22" name="Google Shape;622;p51"/>
          <p:cNvSpPr txBox="1"/>
          <p:nvPr>
            <p:ph idx="22" type="subTitle"/>
          </p:nvPr>
        </p:nvSpPr>
        <p:spPr>
          <a:xfrm>
            <a:off x="3432538" y="4182550"/>
            <a:ext cx="1698300" cy="762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23" name="Google Shape;623;p51"/>
          <p:cNvSpPr txBox="1"/>
          <p:nvPr>
            <p:ph idx="23" type="subTitle"/>
          </p:nvPr>
        </p:nvSpPr>
        <p:spPr>
          <a:xfrm>
            <a:off x="5374950" y="4182550"/>
            <a:ext cx="1698300" cy="762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24" name="Google Shape;624;p51"/>
          <p:cNvSpPr txBox="1"/>
          <p:nvPr>
            <p:ph idx="24" type="subTitle"/>
          </p:nvPr>
        </p:nvSpPr>
        <p:spPr>
          <a:xfrm>
            <a:off x="7318938" y="4182550"/>
            <a:ext cx="1698300" cy="762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25" name="Google Shape;625;p51"/>
          <p:cNvSpPr txBox="1"/>
          <p:nvPr>
            <p:ph type="title"/>
          </p:nvPr>
        </p:nvSpPr>
        <p:spPr>
          <a:xfrm>
            <a:off x="357700" y="1066100"/>
            <a:ext cx="6243300" cy="455100"/>
          </a:xfrm>
          <a:prstGeom prst="rect">
            <a:avLst/>
          </a:prstGeom>
        </p:spPr>
        <p:txBody>
          <a:bodyPr anchorCtr="0" anchor="t" bIns="137150" lIns="0" spcFirstLastPara="1" rIns="0" wrap="square" tIns="1371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venue model">
  <p:cSld name="BLANK_1_1_1_1_1_1_1_1_1_1_1_2_1_2">
    <p:bg>
      <p:bgPr>
        <a:solidFill>
          <a:schemeClr val="dk1"/>
        </a:solidFill>
      </p:bgPr>
    </p:bg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7" name="Google Shape;627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28" name="Google Shape;628;p5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9" name="Google Shape;629;p5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30" name="Google Shape;630;p52"/>
          <p:cNvSpPr txBox="1"/>
          <p:nvPr>
            <p:ph idx="2" type="subTitle"/>
          </p:nvPr>
        </p:nvSpPr>
        <p:spPr>
          <a:xfrm>
            <a:off x="593274" y="3168375"/>
            <a:ext cx="1248000" cy="45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31" name="Google Shape;631;p52"/>
          <p:cNvSpPr txBox="1"/>
          <p:nvPr>
            <p:ph idx="3" type="subTitle"/>
          </p:nvPr>
        </p:nvSpPr>
        <p:spPr>
          <a:xfrm>
            <a:off x="593275" y="3700700"/>
            <a:ext cx="1248000" cy="10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32" name="Google Shape;632;p52"/>
          <p:cNvSpPr txBox="1"/>
          <p:nvPr>
            <p:ph hasCustomPrompt="1" type="title"/>
          </p:nvPr>
        </p:nvSpPr>
        <p:spPr>
          <a:xfrm>
            <a:off x="418825" y="2066025"/>
            <a:ext cx="1577100" cy="8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r>
              <a:t>xx%</a:t>
            </a:r>
          </a:p>
        </p:txBody>
      </p:sp>
      <p:sp>
        <p:nvSpPr>
          <p:cNvPr id="633" name="Google Shape;633;p52"/>
          <p:cNvSpPr txBox="1"/>
          <p:nvPr>
            <p:ph idx="4" type="subTitle"/>
          </p:nvPr>
        </p:nvSpPr>
        <p:spPr>
          <a:xfrm>
            <a:off x="2289024" y="3168375"/>
            <a:ext cx="1248000" cy="45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34" name="Google Shape;634;p52"/>
          <p:cNvSpPr txBox="1"/>
          <p:nvPr>
            <p:ph idx="5" type="subTitle"/>
          </p:nvPr>
        </p:nvSpPr>
        <p:spPr>
          <a:xfrm>
            <a:off x="2289025" y="3700700"/>
            <a:ext cx="1248000" cy="10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35" name="Google Shape;635;p52"/>
          <p:cNvSpPr txBox="1"/>
          <p:nvPr>
            <p:ph hasCustomPrompt="1" idx="6" type="title"/>
          </p:nvPr>
        </p:nvSpPr>
        <p:spPr>
          <a:xfrm>
            <a:off x="2114575" y="1530675"/>
            <a:ext cx="1577100" cy="8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r>
              <a:t>xx%</a:t>
            </a:r>
          </a:p>
        </p:txBody>
      </p:sp>
      <p:sp>
        <p:nvSpPr>
          <p:cNvPr id="636" name="Google Shape;636;p52"/>
          <p:cNvSpPr txBox="1"/>
          <p:nvPr>
            <p:ph idx="7" type="subTitle"/>
          </p:nvPr>
        </p:nvSpPr>
        <p:spPr>
          <a:xfrm>
            <a:off x="3998249" y="3168375"/>
            <a:ext cx="1248000" cy="45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37" name="Google Shape;637;p52"/>
          <p:cNvSpPr txBox="1"/>
          <p:nvPr>
            <p:ph idx="8" type="subTitle"/>
          </p:nvPr>
        </p:nvSpPr>
        <p:spPr>
          <a:xfrm>
            <a:off x="3998250" y="3700700"/>
            <a:ext cx="1248000" cy="10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38" name="Google Shape;638;p52"/>
          <p:cNvSpPr txBox="1"/>
          <p:nvPr>
            <p:ph hasCustomPrompt="1" idx="9" type="title"/>
          </p:nvPr>
        </p:nvSpPr>
        <p:spPr>
          <a:xfrm>
            <a:off x="3823800" y="925225"/>
            <a:ext cx="1577100" cy="8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r>
              <a:t>xx%</a:t>
            </a:r>
          </a:p>
        </p:txBody>
      </p:sp>
      <p:sp>
        <p:nvSpPr>
          <p:cNvPr id="639" name="Google Shape;639;p52"/>
          <p:cNvSpPr txBox="1"/>
          <p:nvPr>
            <p:ph idx="13" type="subTitle"/>
          </p:nvPr>
        </p:nvSpPr>
        <p:spPr>
          <a:xfrm>
            <a:off x="5700724" y="3168375"/>
            <a:ext cx="1248000" cy="45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0" name="Google Shape;640;p52"/>
          <p:cNvSpPr txBox="1"/>
          <p:nvPr>
            <p:ph idx="14" type="subTitle"/>
          </p:nvPr>
        </p:nvSpPr>
        <p:spPr>
          <a:xfrm>
            <a:off x="5700725" y="3700700"/>
            <a:ext cx="1248000" cy="10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1" name="Google Shape;641;p52"/>
          <p:cNvSpPr txBox="1"/>
          <p:nvPr>
            <p:ph hasCustomPrompt="1" idx="15" type="title"/>
          </p:nvPr>
        </p:nvSpPr>
        <p:spPr>
          <a:xfrm>
            <a:off x="5526275" y="2066050"/>
            <a:ext cx="1577100" cy="8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r>
              <a:t>xx%</a:t>
            </a:r>
          </a:p>
        </p:txBody>
      </p:sp>
      <p:sp>
        <p:nvSpPr>
          <p:cNvPr id="642" name="Google Shape;642;p52"/>
          <p:cNvSpPr txBox="1"/>
          <p:nvPr>
            <p:ph idx="16" type="subTitle"/>
          </p:nvPr>
        </p:nvSpPr>
        <p:spPr>
          <a:xfrm>
            <a:off x="7403224" y="3168375"/>
            <a:ext cx="1248000" cy="45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3" name="Google Shape;643;p52"/>
          <p:cNvSpPr txBox="1"/>
          <p:nvPr>
            <p:ph idx="17" type="subTitle"/>
          </p:nvPr>
        </p:nvSpPr>
        <p:spPr>
          <a:xfrm>
            <a:off x="7403225" y="3700700"/>
            <a:ext cx="1248000" cy="10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4" name="Google Shape;644;p52"/>
          <p:cNvSpPr txBox="1"/>
          <p:nvPr>
            <p:ph hasCustomPrompt="1" idx="18" type="title"/>
          </p:nvPr>
        </p:nvSpPr>
        <p:spPr>
          <a:xfrm>
            <a:off x="7228775" y="1115525"/>
            <a:ext cx="1577100" cy="8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r>
              <a:t>xx%</a:t>
            </a:r>
          </a:p>
        </p:txBody>
      </p:sp>
      <p:sp>
        <p:nvSpPr>
          <p:cNvPr id="645" name="Google Shape;645;p52"/>
          <p:cNvSpPr txBox="1"/>
          <p:nvPr>
            <p:ph idx="19" type="subTitle"/>
          </p:nvPr>
        </p:nvSpPr>
        <p:spPr>
          <a:xfrm>
            <a:off x="361975" y="539900"/>
            <a:ext cx="8367600" cy="31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ultiple options">
  <p:cSld name="BLANK_1_1_1_1_1_1_1_1_1_1_1_2_1_1_4">
    <p:bg>
      <p:bgPr>
        <a:solidFill>
          <a:schemeClr val="lt1"/>
        </a:solidFill>
      </p:bgPr>
    </p:bg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7" name="Google Shape;647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p53"/>
          <p:cNvSpPr/>
          <p:nvPr/>
        </p:nvSpPr>
        <p:spPr>
          <a:xfrm>
            <a:off x="75" y="1680250"/>
            <a:ext cx="9144000" cy="3467400"/>
          </a:xfrm>
          <a:prstGeom prst="rect">
            <a:avLst/>
          </a:prstGeom>
          <a:gradFill>
            <a:gsLst>
              <a:gs pos="0">
                <a:schemeClr val="accent1"/>
              </a:gs>
              <a:gs pos="9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1619866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49" name="Google Shape;649;p53"/>
          <p:cNvSpPr txBox="1"/>
          <p:nvPr>
            <p:ph idx="1" type="body"/>
          </p:nvPr>
        </p:nvSpPr>
        <p:spPr>
          <a:xfrm>
            <a:off x="6892719" y="3499530"/>
            <a:ext cx="1644900" cy="1280400"/>
          </a:xfrm>
          <a:prstGeom prst="rect">
            <a:avLst/>
          </a:prstGeom>
        </p:spPr>
        <p:txBody>
          <a:bodyPr anchorCtr="0" anchor="b" bIns="13715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650" name="Google Shape;650;p53"/>
          <p:cNvSpPr txBox="1"/>
          <p:nvPr>
            <p:ph idx="2" type="body"/>
          </p:nvPr>
        </p:nvSpPr>
        <p:spPr>
          <a:xfrm>
            <a:off x="2649031" y="3499530"/>
            <a:ext cx="1644900" cy="1280400"/>
          </a:xfrm>
          <a:prstGeom prst="rect">
            <a:avLst/>
          </a:prstGeom>
        </p:spPr>
        <p:txBody>
          <a:bodyPr anchorCtr="0" anchor="b" bIns="13715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651" name="Google Shape;651;p53"/>
          <p:cNvSpPr txBox="1"/>
          <p:nvPr>
            <p:ph idx="3" type="body"/>
          </p:nvPr>
        </p:nvSpPr>
        <p:spPr>
          <a:xfrm>
            <a:off x="4770831" y="3499530"/>
            <a:ext cx="1644900" cy="1280400"/>
          </a:xfrm>
          <a:prstGeom prst="rect">
            <a:avLst/>
          </a:prstGeom>
        </p:spPr>
        <p:txBody>
          <a:bodyPr anchorCtr="0" anchor="b" bIns="13715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652" name="Google Shape;652;p53"/>
          <p:cNvSpPr txBox="1"/>
          <p:nvPr>
            <p:ph idx="4" type="body"/>
          </p:nvPr>
        </p:nvSpPr>
        <p:spPr>
          <a:xfrm>
            <a:off x="513318" y="3499530"/>
            <a:ext cx="1644900" cy="1280400"/>
          </a:xfrm>
          <a:prstGeom prst="rect">
            <a:avLst/>
          </a:prstGeom>
        </p:spPr>
        <p:txBody>
          <a:bodyPr anchorCtr="0" anchor="b" bIns="13715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653" name="Google Shape;653;p53"/>
          <p:cNvSpPr txBox="1"/>
          <p:nvPr>
            <p:ph idx="5" type="subTitle"/>
          </p:nvPr>
        </p:nvSpPr>
        <p:spPr>
          <a:xfrm>
            <a:off x="4770838" y="1895401"/>
            <a:ext cx="1644900" cy="7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654" name="Google Shape;654;p53"/>
          <p:cNvSpPr txBox="1"/>
          <p:nvPr>
            <p:ph idx="6" type="subTitle"/>
          </p:nvPr>
        </p:nvSpPr>
        <p:spPr>
          <a:xfrm>
            <a:off x="2649038" y="1895401"/>
            <a:ext cx="1644900" cy="7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655" name="Google Shape;655;p53"/>
          <p:cNvSpPr txBox="1"/>
          <p:nvPr>
            <p:ph idx="7" type="subTitle"/>
          </p:nvPr>
        </p:nvSpPr>
        <p:spPr>
          <a:xfrm>
            <a:off x="513325" y="1895401"/>
            <a:ext cx="1644900" cy="7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656" name="Google Shape;656;p53"/>
          <p:cNvSpPr txBox="1"/>
          <p:nvPr>
            <p:ph idx="8" type="subTitle"/>
          </p:nvPr>
        </p:nvSpPr>
        <p:spPr>
          <a:xfrm>
            <a:off x="6892725" y="1895401"/>
            <a:ext cx="1644900" cy="7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657" name="Google Shape;657;p53"/>
          <p:cNvSpPr txBox="1"/>
          <p:nvPr>
            <p:ph type="title"/>
          </p:nvPr>
        </p:nvSpPr>
        <p:spPr>
          <a:xfrm>
            <a:off x="362050" y="1066100"/>
            <a:ext cx="8364600" cy="612900"/>
          </a:xfrm>
          <a:prstGeom prst="rect">
            <a:avLst/>
          </a:prstGeom>
        </p:spPr>
        <p:txBody>
          <a:bodyPr anchorCtr="0" anchor="t" bIns="137150" lIns="0" spcFirstLastPara="1" rIns="0" wrap="square" tIns="1371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658" name="Google Shape;658;p5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9" name="Google Shape;659;p53"/>
          <p:cNvSpPr txBox="1"/>
          <p:nvPr>
            <p:ph idx="9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0" name="Google Shape;660;p53"/>
          <p:cNvSpPr txBox="1"/>
          <p:nvPr>
            <p:ph idx="13" type="subTitle"/>
          </p:nvPr>
        </p:nvSpPr>
        <p:spPr>
          <a:xfrm>
            <a:off x="6892694" y="2611076"/>
            <a:ext cx="16449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661" name="Google Shape;661;p53"/>
          <p:cNvSpPr txBox="1"/>
          <p:nvPr>
            <p:ph idx="14" type="subTitle"/>
          </p:nvPr>
        </p:nvSpPr>
        <p:spPr>
          <a:xfrm>
            <a:off x="4770856" y="2611076"/>
            <a:ext cx="16449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662" name="Google Shape;662;p53"/>
          <p:cNvSpPr txBox="1"/>
          <p:nvPr>
            <p:ph idx="15" type="subTitle"/>
          </p:nvPr>
        </p:nvSpPr>
        <p:spPr>
          <a:xfrm>
            <a:off x="2648993" y="2611076"/>
            <a:ext cx="16449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663" name="Google Shape;663;p53"/>
          <p:cNvSpPr txBox="1"/>
          <p:nvPr>
            <p:ph idx="16" type="subTitle"/>
          </p:nvPr>
        </p:nvSpPr>
        <p:spPr>
          <a:xfrm>
            <a:off x="513318" y="2611076"/>
            <a:ext cx="16449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664" name="Google Shape;664;p53"/>
          <p:cNvSpPr txBox="1"/>
          <p:nvPr>
            <p:ph idx="17" type="subTitle"/>
          </p:nvPr>
        </p:nvSpPr>
        <p:spPr>
          <a:xfrm>
            <a:off x="361975" y="539900"/>
            <a:ext cx="8367600" cy="31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heme - Alt 2">
  <p:cSld name="CUSTOM_36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8" name="Google Shape;668;p5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9" name="Google Shape;669;p54"/>
          <p:cNvSpPr txBox="1"/>
          <p:nvPr>
            <p:ph idx="2" type="subTitle"/>
          </p:nvPr>
        </p:nvSpPr>
        <p:spPr>
          <a:xfrm>
            <a:off x="6309306" y="1231300"/>
            <a:ext cx="2497800" cy="27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670" name="Google Shape;670;p54"/>
          <p:cNvSpPr txBox="1"/>
          <p:nvPr>
            <p:ph idx="3" type="subTitle"/>
          </p:nvPr>
        </p:nvSpPr>
        <p:spPr>
          <a:xfrm>
            <a:off x="6309306" y="3143400"/>
            <a:ext cx="2497800" cy="27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671" name="Google Shape;671;p54"/>
          <p:cNvSpPr txBox="1"/>
          <p:nvPr>
            <p:ph idx="4" type="subTitle"/>
          </p:nvPr>
        </p:nvSpPr>
        <p:spPr>
          <a:xfrm>
            <a:off x="3322306" y="1231300"/>
            <a:ext cx="2497800" cy="27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672" name="Google Shape;672;p54"/>
          <p:cNvSpPr txBox="1"/>
          <p:nvPr>
            <p:ph idx="5" type="subTitle"/>
          </p:nvPr>
        </p:nvSpPr>
        <p:spPr>
          <a:xfrm>
            <a:off x="361981" y="1231300"/>
            <a:ext cx="2497800" cy="27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673" name="Google Shape;673;p54"/>
          <p:cNvSpPr txBox="1"/>
          <p:nvPr>
            <p:ph idx="6" type="body"/>
          </p:nvPr>
        </p:nvSpPr>
        <p:spPr>
          <a:xfrm>
            <a:off x="361981" y="1502500"/>
            <a:ext cx="2497800" cy="123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674" name="Google Shape;674;p54"/>
          <p:cNvSpPr txBox="1"/>
          <p:nvPr>
            <p:ph idx="7" type="subTitle"/>
          </p:nvPr>
        </p:nvSpPr>
        <p:spPr>
          <a:xfrm>
            <a:off x="339895" y="3143400"/>
            <a:ext cx="5077200" cy="27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675" name="Google Shape;675;p54"/>
          <p:cNvSpPr txBox="1"/>
          <p:nvPr>
            <p:ph idx="8" type="subTitle"/>
          </p:nvPr>
        </p:nvSpPr>
        <p:spPr>
          <a:xfrm>
            <a:off x="339900" y="3632075"/>
            <a:ext cx="1026900" cy="919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676" name="Google Shape;676;p54"/>
          <p:cNvSpPr txBox="1"/>
          <p:nvPr>
            <p:ph idx="9" type="subTitle"/>
          </p:nvPr>
        </p:nvSpPr>
        <p:spPr>
          <a:xfrm>
            <a:off x="1428400" y="3632075"/>
            <a:ext cx="1026900" cy="919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677" name="Google Shape;677;p54"/>
          <p:cNvSpPr txBox="1"/>
          <p:nvPr>
            <p:ph idx="13" type="subTitle"/>
          </p:nvPr>
        </p:nvSpPr>
        <p:spPr>
          <a:xfrm>
            <a:off x="2516900" y="3632075"/>
            <a:ext cx="1026900" cy="919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678" name="Google Shape;678;p54"/>
          <p:cNvSpPr txBox="1"/>
          <p:nvPr>
            <p:ph idx="14" type="subTitle"/>
          </p:nvPr>
        </p:nvSpPr>
        <p:spPr>
          <a:xfrm>
            <a:off x="3605400" y="3632075"/>
            <a:ext cx="1026900" cy="919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679" name="Google Shape;679;p54"/>
          <p:cNvSpPr txBox="1"/>
          <p:nvPr>
            <p:ph idx="15" type="subTitle"/>
          </p:nvPr>
        </p:nvSpPr>
        <p:spPr>
          <a:xfrm>
            <a:off x="4693900" y="3632075"/>
            <a:ext cx="1026900" cy="919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680" name="Google Shape;680;p54"/>
          <p:cNvSpPr txBox="1"/>
          <p:nvPr>
            <p:ph idx="16" type="subTitle"/>
          </p:nvPr>
        </p:nvSpPr>
        <p:spPr>
          <a:xfrm>
            <a:off x="6309300" y="1634050"/>
            <a:ext cx="1197900" cy="424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681" name="Google Shape;681;p54"/>
          <p:cNvSpPr txBox="1"/>
          <p:nvPr>
            <p:ph idx="17" type="subTitle"/>
          </p:nvPr>
        </p:nvSpPr>
        <p:spPr>
          <a:xfrm>
            <a:off x="7578839" y="1634050"/>
            <a:ext cx="1197900" cy="424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682" name="Google Shape;682;p54"/>
          <p:cNvSpPr txBox="1"/>
          <p:nvPr>
            <p:ph idx="18" type="subTitle"/>
          </p:nvPr>
        </p:nvSpPr>
        <p:spPr>
          <a:xfrm>
            <a:off x="6309300" y="2179450"/>
            <a:ext cx="1197900" cy="424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683" name="Google Shape;683;p54"/>
          <p:cNvSpPr txBox="1"/>
          <p:nvPr>
            <p:ph idx="19" type="subTitle"/>
          </p:nvPr>
        </p:nvSpPr>
        <p:spPr>
          <a:xfrm>
            <a:off x="7578839" y="2179450"/>
            <a:ext cx="1197900" cy="424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684" name="Google Shape;684;p54"/>
          <p:cNvSpPr txBox="1"/>
          <p:nvPr>
            <p:ph idx="20" type="subTitle"/>
          </p:nvPr>
        </p:nvSpPr>
        <p:spPr>
          <a:xfrm>
            <a:off x="361975" y="539900"/>
            <a:ext cx="8367600" cy="31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heme - Alt 3">
  <p:cSld name="BLANK_1_1_1_1_1_1_1_1_1_1_1_2_1_1_3">
    <p:bg>
      <p:bgPr>
        <a:solidFill>
          <a:schemeClr val="lt1"/>
        </a:solidFill>
      </p:bgPr>
    </p:bg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" name="Google Shape;686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7" name="Google Shape;687;p55"/>
          <p:cNvSpPr txBox="1"/>
          <p:nvPr>
            <p:ph type="title"/>
          </p:nvPr>
        </p:nvSpPr>
        <p:spPr>
          <a:xfrm>
            <a:off x="361975" y="1066100"/>
            <a:ext cx="4119000" cy="1778400"/>
          </a:xfrm>
          <a:prstGeom prst="rect">
            <a:avLst/>
          </a:prstGeom>
        </p:spPr>
        <p:txBody>
          <a:bodyPr anchorCtr="0" anchor="t" bIns="137150" lIns="0" spcFirstLastPara="1" rIns="0" wrap="square" tIns="1371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688" name="Google Shape;688;p5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9" name="Google Shape;689;p5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90" name="Google Shape;690;p55"/>
          <p:cNvSpPr txBox="1"/>
          <p:nvPr>
            <p:ph idx="2" type="subTitle"/>
          </p:nvPr>
        </p:nvSpPr>
        <p:spPr>
          <a:xfrm>
            <a:off x="4760178" y="1213769"/>
            <a:ext cx="1645800" cy="27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691" name="Google Shape;691;p55"/>
          <p:cNvSpPr txBox="1"/>
          <p:nvPr>
            <p:ph idx="3" type="body"/>
          </p:nvPr>
        </p:nvSpPr>
        <p:spPr>
          <a:xfrm>
            <a:off x="4760178" y="1487419"/>
            <a:ext cx="1645800" cy="123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692" name="Google Shape;692;p55"/>
          <p:cNvSpPr txBox="1"/>
          <p:nvPr>
            <p:ph idx="4" type="subTitle"/>
          </p:nvPr>
        </p:nvSpPr>
        <p:spPr>
          <a:xfrm>
            <a:off x="4760178" y="3138650"/>
            <a:ext cx="1645800" cy="27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693" name="Google Shape;693;p55"/>
          <p:cNvSpPr txBox="1"/>
          <p:nvPr>
            <p:ph idx="5" type="body"/>
          </p:nvPr>
        </p:nvSpPr>
        <p:spPr>
          <a:xfrm>
            <a:off x="4760178" y="3409851"/>
            <a:ext cx="1645800" cy="123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694" name="Google Shape;694;p55"/>
          <p:cNvSpPr txBox="1"/>
          <p:nvPr>
            <p:ph idx="6" type="subTitle"/>
          </p:nvPr>
        </p:nvSpPr>
        <p:spPr>
          <a:xfrm>
            <a:off x="6948350" y="1213769"/>
            <a:ext cx="1645800" cy="27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695" name="Google Shape;695;p55"/>
          <p:cNvSpPr txBox="1"/>
          <p:nvPr>
            <p:ph idx="7" type="body"/>
          </p:nvPr>
        </p:nvSpPr>
        <p:spPr>
          <a:xfrm>
            <a:off x="6948350" y="1487419"/>
            <a:ext cx="1645800" cy="123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696" name="Google Shape;696;p55"/>
          <p:cNvSpPr txBox="1"/>
          <p:nvPr>
            <p:ph idx="8" type="subTitle"/>
          </p:nvPr>
        </p:nvSpPr>
        <p:spPr>
          <a:xfrm>
            <a:off x="6948350" y="3138650"/>
            <a:ext cx="1645800" cy="27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697" name="Google Shape;697;p55"/>
          <p:cNvSpPr txBox="1"/>
          <p:nvPr>
            <p:ph idx="9" type="body"/>
          </p:nvPr>
        </p:nvSpPr>
        <p:spPr>
          <a:xfrm>
            <a:off x="6948350" y="3409851"/>
            <a:ext cx="1645800" cy="123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698" name="Google Shape;698;p55"/>
          <p:cNvSpPr txBox="1"/>
          <p:nvPr>
            <p:ph idx="13" type="subTitle"/>
          </p:nvPr>
        </p:nvSpPr>
        <p:spPr>
          <a:xfrm>
            <a:off x="520650" y="3138650"/>
            <a:ext cx="3770400" cy="27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699" name="Google Shape;699;p55"/>
          <p:cNvSpPr txBox="1"/>
          <p:nvPr>
            <p:ph idx="14" type="body"/>
          </p:nvPr>
        </p:nvSpPr>
        <p:spPr>
          <a:xfrm>
            <a:off x="520650" y="3409850"/>
            <a:ext cx="3770400" cy="123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700" name="Google Shape;700;p55"/>
          <p:cNvSpPr txBox="1"/>
          <p:nvPr>
            <p:ph idx="15" type="subTitle"/>
          </p:nvPr>
        </p:nvSpPr>
        <p:spPr>
          <a:xfrm>
            <a:off x="361975" y="539900"/>
            <a:ext cx="8367600" cy="31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heme - Alt 5">
  <p:cSld name="BLANK_1_1_1_1_1_1_1_1_1_1_1_2_1_1_3_2">
    <p:bg>
      <p:bgPr>
        <a:solidFill>
          <a:schemeClr val="lt1"/>
        </a:solidFill>
      </p:bgPr>
    </p:bg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2" name="Google Shape;702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56"/>
          <p:cNvSpPr txBox="1"/>
          <p:nvPr>
            <p:ph type="title"/>
          </p:nvPr>
        </p:nvSpPr>
        <p:spPr>
          <a:xfrm>
            <a:off x="361975" y="1066100"/>
            <a:ext cx="1983600" cy="1778400"/>
          </a:xfrm>
          <a:prstGeom prst="rect">
            <a:avLst/>
          </a:prstGeom>
        </p:spPr>
        <p:txBody>
          <a:bodyPr anchorCtr="0" anchor="t" bIns="137150" lIns="0" spcFirstLastPara="1" rIns="0" wrap="square" tIns="1371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704" name="Google Shape;704;p5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5" name="Google Shape;705;p5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>
            <p:ph idx="2" type="subTitle"/>
          </p:nvPr>
        </p:nvSpPr>
        <p:spPr>
          <a:xfrm>
            <a:off x="4823525" y="1231300"/>
            <a:ext cx="1645800" cy="27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707" name="Google Shape;707;p56"/>
          <p:cNvSpPr txBox="1"/>
          <p:nvPr>
            <p:ph idx="3" type="body"/>
          </p:nvPr>
        </p:nvSpPr>
        <p:spPr>
          <a:xfrm>
            <a:off x="4823525" y="1504950"/>
            <a:ext cx="1645800" cy="123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708" name="Google Shape;708;p56"/>
          <p:cNvSpPr txBox="1"/>
          <p:nvPr>
            <p:ph idx="4" type="subTitle"/>
          </p:nvPr>
        </p:nvSpPr>
        <p:spPr>
          <a:xfrm>
            <a:off x="4823525" y="3138650"/>
            <a:ext cx="1645800" cy="27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709" name="Google Shape;709;p56"/>
          <p:cNvSpPr txBox="1"/>
          <p:nvPr>
            <p:ph idx="5" type="body"/>
          </p:nvPr>
        </p:nvSpPr>
        <p:spPr>
          <a:xfrm>
            <a:off x="4823525" y="3409851"/>
            <a:ext cx="1645800" cy="123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710" name="Google Shape;710;p56"/>
          <p:cNvSpPr txBox="1"/>
          <p:nvPr>
            <p:ph idx="6" type="subTitle"/>
          </p:nvPr>
        </p:nvSpPr>
        <p:spPr>
          <a:xfrm>
            <a:off x="6948350" y="1231300"/>
            <a:ext cx="1645800" cy="27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711" name="Google Shape;711;p56"/>
          <p:cNvSpPr txBox="1"/>
          <p:nvPr>
            <p:ph idx="7" type="body"/>
          </p:nvPr>
        </p:nvSpPr>
        <p:spPr>
          <a:xfrm>
            <a:off x="6948350" y="1504950"/>
            <a:ext cx="1645800" cy="123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712" name="Google Shape;712;p56"/>
          <p:cNvSpPr txBox="1"/>
          <p:nvPr>
            <p:ph idx="8" type="subTitle"/>
          </p:nvPr>
        </p:nvSpPr>
        <p:spPr>
          <a:xfrm>
            <a:off x="6948350" y="3138650"/>
            <a:ext cx="1645800" cy="27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713" name="Google Shape;713;p56"/>
          <p:cNvSpPr txBox="1"/>
          <p:nvPr>
            <p:ph idx="9" type="body"/>
          </p:nvPr>
        </p:nvSpPr>
        <p:spPr>
          <a:xfrm>
            <a:off x="6948350" y="3409851"/>
            <a:ext cx="1645800" cy="123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714" name="Google Shape;714;p56"/>
          <p:cNvSpPr txBox="1"/>
          <p:nvPr>
            <p:ph idx="13" type="subTitle"/>
          </p:nvPr>
        </p:nvSpPr>
        <p:spPr>
          <a:xfrm>
            <a:off x="573875" y="3138650"/>
            <a:ext cx="1645800" cy="27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715" name="Google Shape;715;p56"/>
          <p:cNvSpPr txBox="1"/>
          <p:nvPr>
            <p:ph idx="14" type="body"/>
          </p:nvPr>
        </p:nvSpPr>
        <p:spPr>
          <a:xfrm>
            <a:off x="573875" y="3409851"/>
            <a:ext cx="1645800" cy="123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716" name="Google Shape;716;p56"/>
          <p:cNvSpPr txBox="1"/>
          <p:nvPr>
            <p:ph idx="15" type="subTitle"/>
          </p:nvPr>
        </p:nvSpPr>
        <p:spPr>
          <a:xfrm>
            <a:off x="2698700" y="3138650"/>
            <a:ext cx="1645800" cy="27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717" name="Google Shape;717;p56"/>
          <p:cNvSpPr txBox="1"/>
          <p:nvPr>
            <p:ph idx="16" type="body"/>
          </p:nvPr>
        </p:nvSpPr>
        <p:spPr>
          <a:xfrm>
            <a:off x="2698700" y="3409851"/>
            <a:ext cx="1645800" cy="123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718" name="Google Shape;718;p56"/>
          <p:cNvSpPr txBox="1"/>
          <p:nvPr>
            <p:ph idx="17" type="subTitle"/>
          </p:nvPr>
        </p:nvSpPr>
        <p:spPr>
          <a:xfrm>
            <a:off x="2698700" y="1229838"/>
            <a:ext cx="1645800" cy="27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719" name="Google Shape;719;p56"/>
          <p:cNvSpPr txBox="1"/>
          <p:nvPr>
            <p:ph idx="18" type="body"/>
          </p:nvPr>
        </p:nvSpPr>
        <p:spPr>
          <a:xfrm>
            <a:off x="2698700" y="1503488"/>
            <a:ext cx="1645800" cy="123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720" name="Google Shape;720;p56"/>
          <p:cNvSpPr txBox="1"/>
          <p:nvPr>
            <p:ph idx="19" type="subTitle"/>
          </p:nvPr>
        </p:nvSpPr>
        <p:spPr>
          <a:xfrm>
            <a:off x="361975" y="537642"/>
            <a:ext cx="8367600" cy="31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heme - Alt 6">
  <p:cSld name="CUSTOM_12"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2" name="Google Shape;722;p5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23" name="Google Shape;723;p5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4" name="Google Shape;724;p5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25" name="Google Shape;725;p57"/>
          <p:cNvSpPr txBox="1"/>
          <p:nvPr>
            <p:ph idx="2" type="body"/>
          </p:nvPr>
        </p:nvSpPr>
        <p:spPr>
          <a:xfrm>
            <a:off x="5659300" y="3764525"/>
            <a:ext cx="2931300" cy="88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726" name="Google Shape;726;p57"/>
          <p:cNvSpPr txBox="1"/>
          <p:nvPr>
            <p:ph idx="3" type="body"/>
          </p:nvPr>
        </p:nvSpPr>
        <p:spPr>
          <a:xfrm>
            <a:off x="5659350" y="1715800"/>
            <a:ext cx="2931300" cy="45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727" name="Google Shape;727;p57"/>
          <p:cNvSpPr txBox="1"/>
          <p:nvPr>
            <p:ph idx="4" type="subTitle"/>
          </p:nvPr>
        </p:nvSpPr>
        <p:spPr>
          <a:xfrm>
            <a:off x="5659350" y="1162000"/>
            <a:ext cx="2931300" cy="55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Light"/>
              <a:buNone/>
              <a:defRPr sz="3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728" name="Google Shape;728;p57"/>
          <p:cNvSpPr txBox="1"/>
          <p:nvPr>
            <p:ph idx="5" type="body"/>
          </p:nvPr>
        </p:nvSpPr>
        <p:spPr>
          <a:xfrm>
            <a:off x="5659350" y="2986225"/>
            <a:ext cx="2931300" cy="45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729" name="Google Shape;729;p57"/>
          <p:cNvSpPr txBox="1"/>
          <p:nvPr>
            <p:ph idx="6" type="subTitle"/>
          </p:nvPr>
        </p:nvSpPr>
        <p:spPr>
          <a:xfrm>
            <a:off x="5659350" y="2432425"/>
            <a:ext cx="2931300" cy="55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Light"/>
              <a:buNone/>
              <a:defRPr sz="3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730" name="Google Shape;730;p57"/>
          <p:cNvSpPr txBox="1"/>
          <p:nvPr>
            <p:ph idx="7" type="subTitle"/>
          </p:nvPr>
        </p:nvSpPr>
        <p:spPr>
          <a:xfrm>
            <a:off x="361975" y="539900"/>
            <a:ext cx="8367600" cy="31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nalysis">
  <p:cSld name="BLANK_1_1_1_1_1_1_1_1_1_1_1_2_1_1_3_1_1">
    <p:bg>
      <p:bgPr>
        <a:solidFill>
          <a:schemeClr val="lt1"/>
        </a:solidFill>
      </p:bgPr>
    </p:bg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2" name="Google Shape;732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33" name="Google Shape;733;p58"/>
          <p:cNvSpPr txBox="1"/>
          <p:nvPr>
            <p:ph idx="1" type="body"/>
          </p:nvPr>
        </p:nvSpPr>
        <p:spPr>
          <a:xfrm>
            <a:off x="4823525" y="4007225"/>
            <a:ext cx="1645800" cy="68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/>
            </a:lvl9pPr>
          </a:lstStyle>
          <a:p/>
        </p:txBody>
      </p:sp>
      <p:sp>
        <p:nvSpPr>
          <p:cNvPr id="734" name="Google Shape;734;p58"/>
          <p:cNvSpPr txBox="1"/>
          <p:nvPr>
            <p:ph idx="2" type="body"/>
          </p:nvPr>
        </p:nvSpPr>
        <p:spPr>
          <a:xfrm>
            <a:off x="6948350" y="4007225"/>
            <a:ext cx="1645800" cy="68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735" name="Google Shape;735;p58"/>
          <p:cNvSpPr txBox="1"/>
          <p:nvPr>
            <p:ph type="title"/>
          </p:nvPr>
        </p:nvSpPr>
        <p:spPr>
          <a:xfrm>
            <a:off x="359200" y="1067375"/>
            <a:ext cx="3996300" cy="1778400"/>
          </a:xfrm>
          <a:prstGeom prst="rect">
            <a:avLst/>
          </a:prstGeom>
        </p:spPr>
        <p:txBody>
          <a:bodyPr anchorCtr="0" anchor="t" bIns="137150" lIns="0" spcFirstLastPara="1" rIns="0" wrap="square" tIns="1371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chivo SemiBold"/>
              <a:buNone/>
              <a:defRPr sz="2000"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chivo SemiBold"/>
              <a:buNone/>
              <a:defRPr sz="2000"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chivo SemiBold"/>
              <a:buNone/>
              <a:defRPr sz="2000"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chivo SemiBold"/>
              <a:buNone/>
              <a:defRPr sz="2000"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chivo SemiBold"/>
              <a:buNone/>
              <a:defRPr sz="2000"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chivo SemiBold"/>
              <a:buNone/>
              <a:defRPr sz="2000"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chivo SemiBold"/>
              <a:buNone/>
              <a:defRPr sz="2000"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chivo SemiBold"/>
              <a:buNone/>
              <a:defRPr sz="2000"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736" name="Google Shape;736;p5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7" name="Google Shape;737;p58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38" name="Google Shape;738;p58"/>
          <p:cNvSpPr txBox="1"/>
          <p:nvPr>
            <p:ph idx="4" type="body"/>
          </p:nvPr>
        </p:nvSpPr>
        <p:spPr>
          <a:xfrm>
            <a:off x="346275" y="3390625"/>
            <a:ext cx="3996300" cy="141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739" name="Google Shape;739;p58"/>
          <p:cNvSpPr txBox="1"/>
          <p:nvPr>
            <p:ph idx="5" type="body"/>
          </p:nvPr>
        </p:nvSpPr>
        <p:spPr>
          <a:xfrm>
            <a:off x="4823525" y="2099875"/>
            <a:ext cx="1645800" cy="68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740" name="Google Shape;740;p58"/>
          <p:cNvSpPr txBox="1"/>
          <p:nvPr>
            <p:ph idx="6" type="body"/>
          </p:nvPr>
        </p:nvSpPr>
        <p:spPr>
          <a:xfrm>
            <a:off x="6948350" y="2099875"/>
            <a:ext cx="1645800" cy="68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741" name="Google Shape;741;p58"/>
          <p:cNvSpPr txBox="1"/>
          <p:nvPr>
            <p:ph idx="7" type="subTitle"/>
          </p:nvPr>
        </p:nvSpPr>
        <p:spPr>
          <a:xfrm>
            <a:off x="6948350" y="1182175"/>
            <a:ext cx="1645800" cy="91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742" name="Google Shape;742;p58"/>
          <p:cNvSpPr txBox="1"/>
          <p:nvPr>
            <p:ph idx="8" type="subTitle"/>
          </p:nvPr>
        </p:nvSpPr>
        <p:spPr>
          <a:xfrm>
            <a:off x="4823525" y="1182175"/>
            <a:ext cx="1645800" cy="91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743" name="Google Shape;743;p58"/>
          <p:cNvSpPr txBox="1"/>
          <p:nvPr>
            <p:ph idx="9" type="subTitle"/>
          </p:nvPr>
        </p:nvSpPr>
        <p:spPr>
          <a:xfrm>
            <a:off x="4823525" y="3089525"/>
            <a:ext cx="1645800" cy="91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744" name="Google Shape;744;p58"/>
          <p:cNvSpPr txBox="1"/>
          <p:nvPr>
            <p:ph idx="13" type="subTitle"/>
          </p:nvPr>
        </p:nvSpPr>
        <p:spPr>
          <a:xfrm>
            <a:off x="6948350" y="3089525"/>
            <a:ext cx="1645800" cy="91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745" name="Google Shape;745;p58"/>
          <p:cNvSpPr txBox="1"/>
          <p:nvPr>
            <p:ph idx="14" type="subTitle"/>
          </p:nvPr>
        </p:nvSpPr>
        <p:spPr>
          <a:xfrm>
            <a:off x="361975" y="539900"/>
            <a:ext cx="8367600" cy="31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3">
  <p:cSld name="CUSTOM_27">
    <p:bg>
      <p:bgPr>
        <a:solidFill>
          <a:schemeClr val="lt1"/>
        </a:solidFill>
      </p:bgPr>
    </p:bg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" name="Google Shape;747;p59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5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9" name="Google Shape;749;p59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50" name="Google Shape;750;p59"/>
          <p:cNvSpPr txBox="1"/>
          <p:nvPr>
            <p:ph idx="2" type="body"/>
          </p:nvPr>
        </p:nvSpPr>
        <p:spPr>
          <a:xfrm>
            <a:off x="3561200" y="1650500"/>
            <a:ext cx="4311300" cy="483000"/>
          </a:xfrm>
          <a:prstGeom prst="rect">
            <a:avLst/>
          </a:prstGeom>
        </p:spPr>
        <p:txBody>
          <a:bodyPr anchorCtr="0" anchor="t" bIns="0" lIns="0" spcFirstLastPara="1" rIns="0" wrap="square" tIns="457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751" name="Google Shape;751;p59"/>
          <p:cNvSpPr txBox="1"/>
          <p:nvPr>
            <p:ph idx="3" type="subTitle"/>
          </p:nvPr>
        </p:nvSpPr>
        <p:spPr>
          <a:xfrm>
            <a:off x="3561190" y="1258875"/>
            <a:ext cx="5286000" cy="19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752" name="Google Shape;752;p59"/>
          <p:cNvSpPr txBox="1"/>
          <p:nvPr>
            <p:ph idx="4" type="body"/>
          </p:nvPr>
        </p:nvSpPr>
        <p:spPr>
          <a:xfrm>
            <a:off x="3561200" y="2745575"/>
            <a:ext cx="4311300" cy="540000"/>
          </a:xfrm>
          <a:prstGeom prst="rect">
            <a:avLst/>
          </a:prstGeom>
        </p:spPr>
        <p:txBody>
          <a:bodyPr anchorCtr="0" anchor="t" bIns="0" lIns="0" spcFirstLastPara="1" rIns="0" wrap="square" tIns="457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753" name="Google Shape;753;p59"/>
          <p:cNvSpPr txBox="1"/>
          <p:nvPr>
            <p:ph idx="5" type="subTitle"/>
          </p:nvPr>
        </p:nvSpPr>
        <p:spPr>
          <a:xfrm>
            <a:off x="3561190" y="2411024"/>
            <a:ext cx="5286000" cy="19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754" name="Google Shape;754;p59"/>
          <p:cNvSpPr txBox="1"/>
          <p:nvPr>
            <p:ph idx="6" type="body"/>
          </p:nvPr>
        </p:nvSpPr>
        <p:spPr>
          <a:xfrm>
            <a:off x="3561200" y="3890675"/>
            <a:ext cx="4311300" cy="540000"/>
          </a:xfrm>
          <a:prstGeom prst="rect">
            <a:avLst/>
          </a:prstGeom>
        </p:spPr>
        <p:txBody>
          <a:bodyPr anchorCtr="0" anchor="t" bIns="0" lIns="0" spcFirstLastPara="1" rIns="0" wrap="square" tIns="457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755" name="Google Shape;755;p59"/>
          <p:cNvSpPr txBox="1"/>
          <p:nvPr>
            <p:ph idx="7" type="subTitle"/>
          </p:nvPr>
        </p:nvSpPr>
        <p:spPr>
          <a:xfrm>
            <a:off x="3561190" y="3556273"/>
            <a:ext cx="5286000" cy="19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756" name="Google Shape;756;p59"/>
          <p:cNvSpPr txBox="1"/>
          <p:nvPr>
            <p:ph type="title"/>
          </p:nvPr>
        </p:nvSpPr>
        <p:spPr>
          <a:xfrm>
            <a:off x="353550" y="1066100"/>
            <a:ext cx="2674500" cy="612900"/>
          </a:xfrm>
          <a:prstGeom prst="rect">
            <a:avLst/>
          </a:prstGeom>
        </p:spPr>
        <p:txBody>
          <a:bodyPr anchorCtr="0" anchor="t" bIns="137150" lIns="0" spcFirstLastPara="1" rIns="0" wrap="square" tIns="1371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757" name="Google Shape;757;p59"/>
          <p:cNvSpPr txBox="1"/>
          <p:nvPr>
            <p:ph idx="8" type="body"/>
          </p:nvPr>
        </p:nvSpPr>
        <p:spPr>
          <a:xfrm>
            <a:off x="353550" y="1592450"/>
            <a:ext cx="2674500" cy="288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758" name="Google Shape;758;p59"/>
          <p:cNvSpPr txBox="1"/>
          <p:nvPr>
            <p:ph idx="9" type="subTitle"/>
          </p:nvPr>
        </p:nvSpPr>
        <p:spPr>
          <a:xfrm>
            <a:off x="361975" y="539900"/>
            <a:ext cx="8367600" cy="31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4">
  <p:cSld name="CUSTOM_28"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0" name="Google Shape;760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p6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62" name="Google Shape;762;p60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63" name="Google Shape;763;p60"/>
          <p:cNvSpPr txBox="1"/>
          <p:nvPr>
            <p:ph idx="2" type="body"/>
          </p:nvPr>
        </p:nvSpPr>
        <p:spPr>
          <a:xfrm>
            <a:off x="4618675" y="1125913"/>
            <a:ext cx="3951600" cy="617400"/>
          </a:xfrm>
          <a:prstGeom prst="rect">
            <a:avLst/>
          </a:prstGeom>
        </p:spPr>
        <p:txBody>
          <a:bodyPr anchorCtr="0" anchor="t" bIns="0" lIns="0" spcFirstLastPara="1" rIns="0" wrap="square" tIns="457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764" name="Google Shape;764;p60"/>
          <p:cNvSpPr txBox="1"/>
          <p:nvPr>
            <p:ph idx="3" type="subTitle"/>
          </p:nvPr>
        </p:nvSpPr>
        <p:spPr>
          <a:xfrm>
            <a:off x="4618675" y="875411"/>
            <a:ext cx="35157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765" name="Google Shape;765;p60"/>
          <p:cNvSpPr txBox="1"/>
          <p:nvPr>
            <p:ph idx="4" type="body"/>
          </p:nvPr>
        </p:nvSpPr>
        <p:spPr>
          <a:xfrm>
            <a:off x="361975" y="1066100"/>
            <a:ext cx="2701200" cy="216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766" name="Google Shape;766;p60"/>
          <p:cNvSpPr txBox="1"/>
          <p:nvPr>
            <p:ph idx="5" type="body"/>
          </p:nvPr>
        </p:nvSpPr>
        <p:spPr>
          <a:xfrm>
            <a:off x="4618675" y="2603671"/>
            <a:ext cx="3951600" cy="648900"/>
          </a:xfrm>
          <a:prstGeom prst="rect">
            <a:avLst/>
          </a:prstGeom>
        </p:spPr>
        <p:txBody>
          <a:bodyPr anchorCtr="0" anchor="t" bIns="0" lIns="0" spcFirstLastPara="1" rIns="0" wrap="square" tIns="457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767" name="Google Shape;767;p60"/>
          <p:cNvSpPr txBox="1"/>
          <p:nvPr>
            <p:ph idx="6" type="subTitle"/>
          </p:nvPr>
        </p:nvSpPr>
        <p:spPr>
          <a:xfrm>
            <a:off x="4618675" y="2340305"/>
            <a:ext cx="3515700" cy="23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768" name="Google Shape;768;p60"/>
          <p:cNvSpPr txBox="1"/>
          <p:nvPr>
            <p:ph idx="7" type="body"/>
          </p:nvPr>
        </p:nvSpPr>
        <p:spPr>
          <a:xfrm>
            <a:off x="4618675" y="4066379"/>
            <a:ext cx="3951600" cy="643800"/>
          </a:xfrm>
          <a:prstGeom prst="rect">
            <a:avLst/>
          </a:prstGeom>
        </p:spPr>
        <p:txBody>
          <a:bodyPr anchorCtr="0" anchor="t" bIns="0" lIns="0" spcFirstLastPara="1" rIns="0" wrap="square" tIns="457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769" name="Google Shape;769;p60"/>
          <p:cNvSpPr txBox="1"/>
          <p:nvPr>
            <p:ph idx="8" type="subTitle"/>
          </p:nvPr>
        </p:nvSpPr>
        <p:spPr>
          <a:xfrm>
            <a:off x="4618675" y="3805198"/>
            <a:ext cx="3515700" cy="23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770" name="Google Shape;770;p60"/>
          <p:cNvSpPr txBox="1"/>
          <p:nvPr>
            <p:ph hasCustomPrompt="1" type="title"/>
          </p:nvPr>
        </p:nvSpPr>
        <p:spPr>
          <a:xfrm>
            <a:off x="3597475" y="680400"/>
            <a:ext cx="927600" cy="91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None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None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None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None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None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None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None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None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r>
              <a:t>xx%</a:t>
            </a:r>
          </a:p>
        </p:txBody>
      </p:sp>
      <p:sp>
        <p:nvSpPr>
          <p:cNvPr id="771" name="Google Shape;771;p60"/>
          <p:cNvSpPr txBox="1"/>
          <p:nvPr>
            <p:ph hasCustomPrompt="1" idx="9" type="title"/>
          </p:nvPr>
        </p:nvSpPr>
        <p:spPr>
          <a:xfrm>
            <a:off x="3597475" y="2127395"/>
            <a:ext cx="927600" cy="91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Char char="●"/>
              <a:defRPr sz="5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Char char="○"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Char char="■"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Char char="●"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Char char="○"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Char char="■"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Char char="●"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Char char="○"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Char char="■"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r>
              <a:t>xx%</a:t>
            </a:r>
          </a:p>
        </p:txBody>
      </p:sp>
      <p:sp>
        <p:nvSpPr>
          <p:cNvPr id="772" name="Google Shape;772;p60"/>
          <p:cNvSpPr txBox="1"/>
          <p:nvPr>
            <p:ph hasCustomPrompt="1" idx="13" type="title"/>
          </p:nvPr>
        </p:nvSpPr>
        <p:spPr>
          <a:xfrm>
            <a:off x="3597475" y="3591200"/>
            <a:ext cx="927600" cy="91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Char char="●"/>
              <a:defRPr sz="5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Char char="○"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Char char="■"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Char char="●"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Char char="○"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Char char="■"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Char char="●"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Char char="○"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Char char="■"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r>
              <a:t>xx%</a:t>
            </a:r>
          </a:p>
        </p:txBody>
      </p:sp>
      <p:sp>
        <p:nvSpPr>
          <p:cNvPr id="773" name="Google Shape;773;p60"/>
          <p:cNvSpPr txBox="1"/>
          <p:nvPr>
            <p:ph idx="14" type="subTitle"/>
          </p:nvPr>
        </p:nvSpPr>
        <p:spPr>
          <a:xfrm>
            <a:off x="361975" y="539900"/>
            <a:ext cx="2850300" cy="31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4">
    <p:bg>
      <p:bgPr>
        <a:solidFill>
          <a:schemeClr val="lt1"/>
        </a:solidFill>
      </p:bgPr>
    </p:bg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5" name="Google Shape;775;p6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p61"/>
          <p:cNvSpPr/>
          <p:nvPr>
            <p:ph idx="2" type="pic"/>
          </p:nvPr>
        </p:nvSpPr>
        <p:spPr>
          <a:xfrm>
            <a:off x="6773700" y="1600350"/>
            <a:ext cx="2001300" cy="605100"/>
          </a:xfrm>
          <a:prstGeom prst="roundRect">
            <a:avLst>
              <a:gd fmla="val 27045" name="adj"/>
            </a:avLst>
          </a:prstGeom>
          <a:noFill/>
          <a:ln>
            <a:noFill/>
          </a:ln>
        </p:spPr>
      </p:sp>
      <p:sp>
        <p:nvSpPr>
          <p:cNvPr id="777" name="Google Shape;777;p61"/>
          <p:cNvSpPr/>
          <p:nvPr>
            <p:ph idx="3" type="pic"/>
          </p:nvPr>
        </p:nvSpPr>
        <p:spPr>
          <a:xfrm>
            <a:off x="4636725" y="1600350"/>
            <a:ext cx="2001300" cy="605100"/>
          </a:xfrm>
          <a:prstGeom prst="roundRect">
            <a:avLst>
              <a:gd fmla="val 25760" name="adj"/>
            </a:avLst>
          </a:prstGeom>
          <a:noFill/>
          <a:ln>
            <a:noFill/>
          </a:ln>
        </p:spPr>
      </p:sp>
      <p:sp>
        <p:nvSpPr>
          <p:cNvPr id="778" name="Google Shape;778;p61"/>
          <p:cNvSpPr/>
          <p:nvPr>
            <p:ph idx="4" type="pic"/>
          </p:nvPr>
        </p:nvSpPr>
        <p:spPr>
          <a:xfrm>
            <a:off x="2499750" y="1600350"/>
            <a:ext cx="2005200" cy="605100"/>
          </a:xfrm>
          <a:prstGeom prst="roundRect">
            <a:avLst>
              <a:gd fmla="val 25545" name="adj"/>
            </a:avLst>
          </a:prstGeom>
          <a:noFill/>
          <a:ln>
            <a:noFill/>
          </a:ln>
        </p:spPr>
      </p:sp>
      <p:sp>
        <p:nvSpPr>
          <p:cNvPr id="779" name="Google Shape;779;p61"/>
          <p:cNvSpPr/>
          <p:nvPr>
            <p:ph idx="5" type="pic"/>
          </p:nvPr>
        </p:nvSpPr>
        <p:spPr>
          <a:xfrm>
            <a:off x="361950" y="1600350"/>
            <a:ext cx="2001300" cy="605100"/>
          </a:xfrm>
          <a:prstGeom prst="roundRect">
            <a:avLst>
              <a:gd fmla="val 26529" name="adj"/>
            </a:avLst>
          </a:prstGeom>
          <a:noFill/>
          <a:ln>
            <a:noFill/>
          </a:ln>
        </p:spPr>
      </p:sp>
      <p:sp>
        <p:nvSpPr>
          <p:cNvPr id="780" name="Google Shape;780;p61"/>
          <p:cNvSpPr txBox="1"/>
          <p:nvPr>
            <p:ph type="title"/>
          </p:nvPr>
        </p:nvSpPr>
        <p:spPr>
          <a:xfrm>
            <a:off x="361975" y="1066100"/>
            <a:ext cx="6243300" cy="455100"/>
          </a:xfrm>
          <a:prstGeom prst="rect">
            <a:avLst/>
          </a:prstGeom>
        </p:spPr>
        <p:txBody>
          <a:bodyPr anchorCtr="0" anchor="t" bIns="137150" lIns="0" spcFirstLastPara="1" rIns="0" wrap="square" tIns="1371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781" name="Google Shape;781;p6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2" name="Google Shape;782;p61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83" name="Google Shape;783;p61"/>
          <p:cNvSpPr txBox="1"/>
          <p:nvPr>
            <p:ph idx="6" type="subTitle"/>
          </p:nvPr>
        </p:nvSpPr>
        <p:spPr>
          <a:xfrm>
            <a:off x="528567" y="2459450"/>
            <a:ext cx="1654500" cy="20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784" name="Google Shape;784;p61"/>
          <p:cNvSpPr txBox="1"/>
          <p:nvPr>
            <p:ph idx="7" type="subTitle"/>
          </p:nvPr>
        </p:nvSpPr>
        <p:spPr>
          <a:xfrm>
            <a:off x="2664436" y="2459450"/>
            <a:ext cx="1654500" cy="20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785" name="Google Shape;785;p61"/>
          <p:cNvSpPr txBox="1"/>
          <p:nvPr>
            <p:ph idx="8" type="subTitle"/>
          </p:nvPr>
        </p:nvSpPr>
        <p:spPr>
          <a:xfrm>
            <a:off x="4803102" y="2459450"/>
            <a:ext cx="1654500" cy="20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786" name="Google Shape;786;p61"/>
          <p:cNvSpPr txBox="1"/>
          <p:nvPr>
            <p:ph idx="9" type="subTitle"/>
          </p:nvPr>
        </p:nvSpPr>
        <p:spPr>
          <a:xfrm>
            <a:off x="6938513" y="2459450"/>
            <a:ext cx="1654500" cy="20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787" name="Google Shape;787;p61"/>
          <p:cNvSpPr txBox="1"/>
          <p:nvPr>
            <p:ph idx="13" type="subTitle"/>
          </p:nvPr>
        </p:nvSpPr>
        <p:spPr>
          <a:xfrm>
            <a:off x="361975" y="539900"/>
            <a:ext cx="8367600" cy="31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big ideas">
  <p:cSld name="CUSTOM_13"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9" name="Google Shape;789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p6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1" name="Google Shape;791;p6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2" name="Google Shape;792;p62"/>
          <p:cNvSpPr txBox="1"/>
          <p:nvPr>
            <p:ph idx="2" type="subTitle"/>
          </p:nvPr>
        </p:nvSpPr>
        <p:spPr>
          <a:xfrm>
            <a:off x="494689" y="1960052"/>
            <a:ext cx="1319700" cy="31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793" name="Google Shape;793;p62"/>
          <p:cNvSpPr txBox="1"/>
          <p:nvPr>
            <p:ph idx="3" type="body"/>
          </p:nvPr>
        </p:nvSpPr>
        <p:spPr>
          <a:xfrm>
            <a:off x="494689" y="2274201"/>
            <a:ext cx="1319700" cy="2345100"/>
          </a:xfrm>
          <a:prstGeom prst="rect">
            <a:avLst/>
          </a:prstGeom>
        </p:spPr>
        <p:txBody>
          <a:bodyPr anchorCtr="0" anchor="t" bIns="137150" lIns="0" spcFirstLastPara="1" rIns="0" wrap="square" tIns="13715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794" name="Google Shape;794;p62"/>
          <p:cNvSpPr txBox="1"/>
          <p:nvPr>
            <p:ph idx="4" type="subTitle"/>
          </p:nvPr>
        </p:nvSpPr>
        <p:spPr>
          <a:xfrm>
            <a:off x="2203520" y="1960052"/>
            <a:ext cx="1319700" cy="31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795" name="Google Shape;795;p62"/>
          <p:cNvSpPr txBox="1"/>
          <p:nvPr>
            <p:ph idx="5" type="body"/>
          </p:nvPr>
        </p:nvSpPr>
        <p:spPr>
          <a:xfrm>
            <a:off x="2203520" y="2274201"/>
            <a:ext cx="1319700" cy="2345100"/>
          </a:xfrm>
          <a:prstGeom prst="rect">
            <a:avLst/>
          </a:prstGeom>
        </p:spPr>
        <p:txBody>
          <a:bodyPr anchorCtr="0" anchor="t" bIns="137150" lIns="0" spcFirstLastPara="1" rIns="0" wrap="square" tIns="13715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796" name="Google Shape;796;p62"/>
          <p:cNvSpPr txBox="1"/>
          <p:nvPr>
            <p:ph idx="6" type="subTitle"/>
          </p:nvPr>
        </p:nvSpPr>
        <p:spPr>
          <a:xfrm>
            <a:off x="3912390" y="1960052"/>
            <a:ext cx="1319700" cy="31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797" name="Google Shape;797;p62"/>
          <p:cNvSpPr txBox="1"/>
          <p:nvPr>
            <p:ph idx="7" type="body"/>
          </p:nvPr>
        </p:nvSpPr>
        <p:spPr>
          <a:xfrm>
            <a:off x="3912390" y="2274201"/>
            <a:ext cx="1319700" cy="2345100"/>
          </a:xfrm>
          <a:prstGeom prst="rect">
            <a:avLst/>
          </a:prstGeom>
        </p:spPr>
        <p:txBody>
          <a:bodyPr anchorCtr="0" anchor="t" bIns="137150" lIns="0" spcFirstLastPara="1" rIns="0" wrap="square" tIns="13715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798" name="Google Shape;798;p62"/>
          <p:cNvSpPr txBox="1"/>
          <p:nvPr>
            <p:ph idx="8" type="subTitle"/>
          </p:nvPr>
        </p:nvSpPr>
        <p:spPr>
          <a:xfrm>
            <a:off x="5621020" y="1960052"/>
            <a:ext cx="1319700" cy="31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799" name="Google Shape;799;p62"/>
          <p:cNvSpPr txBox="1"/>
          <p:nvPr>
            <p:ph idx="9" type="body"/>
          </p:nvPr>
        </p:nvSpPr>
        <p:spPr>
          <a:xfrm>
            <a:off x="5621020" y="2274201"/>
            <a:ext cx="1319700" cy="2345100"/>
          </a:xfrm>
          <a:prstGeom prst="rect">
            <a:avLst/>
          </a:prstGeom>
        </p:spPr>
        <p:txBody>
          <a:bodyPr anchorCtr="0" anchor="t" bIns="137150" lIns="0" spcFirstLastPara="1" rIns="0" wrap="square" tIns="13715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800" name="Google Shape;800;p62"/>
          <p:cNvSpPr txBox="1"/>
          <p:nvPr>
            <p:ph idx="13" type="subTitle"/>
          </p:nvPr>
        </p:nvSpPr>
        <p:spPr>
          <a:xfrm>
            <a:off x="7329172" y="1960052"/>
            <a:ext cx="1319700" cy="31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801" name="Google Shape;801;p62"/>
          <p:cNvSpPr txBox="1"/>
          <p:nvPr>
            <p:ph idx="14" type="body"/>
          </p:nvPr>
        </p:nvSpPr>
        <p:spPr>
          <a:xfrm>
            <a:off x="7329172" y="2274201"/>
            <a:ext cx="1319700" cy="2345100"/>
          </a:xfrm>
          <a:prstGeom prst="rect">
            <a:avLst/>
          </a:prstGeom>
        </p:spPr>
        <p:txBody>
          <a:bodyPr anchorCtr="0" anchor="t" bIns="137150" lIns="0" spcFirstLastPara="1" rIns="0" wrap="square" tIns="13715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802" name="Google Shape;802;p62"/>
          <p:cNvSpPr txBox="1"/>
          <p:nvPr>
            <p:ph type="title"/>
          </p:nvPr>
        </p:nvSpPr>
        <p:spPr>
          <a:xfrm>
            <a:off x="357700" y="1066100"/>
            <a:ext cx="6243300" cy="455100"/>
          </a:xfrm>
          <a:prstGeom prst="rect">
            <a:avLst/>
          </a:prstGeom>
        </p:spPr>
        <p:txBody>
          <a:bodyPr anchorCtr="0" anchor="t" bIns="137150" lIns="0" spcFirstLastPara="1" rIns="0" wrap="square" tIns="1371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803" name="Google Shape;803;p62"/>
          <p:cNvSpPr txBox="1"/>
          <p:nvPr>
            <p:ph idx="15" type="subTitle"/>
          </p:nvPr>
        </p:nvSpPr>
        <p:spPr>
          <a:xfrm>
            <a:off x="361975" y="539900"/>
            <a:ext cx="8367600" cy="31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7_1_1_1_1_1_1_1_1_1_1_1_1_1_1_1_1_1_1_1_1">
    <p:bg>
      <p:bgPr>
        <a:solidFill>
          <a:schemeClr val="dk1"/>
        </a:solidFill>
      </p:bgPr>
    </p:bg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5" name="Google Shape;805;p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1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06" name="Google Shape;806;p63"/>
          <p:cNvSpPr txBox="1"/>
          <p:nvPr>
            <p:ph type="title"/>
          </p:nvPr>
        </p:nvSpPr>
        <p:spPr>
          <a:xfrm>
            <a:off x="361975" y="555540"/>
            <a:ext cx="8414700" cy="277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None/>
              <a:defRPr sz="2000"/>
            </a:lvl2pPr>
            <a:lvl3pPr lvl="2">
              <a:spcBef>
                <a:spcPts val="1000"/>
              </a:spcBef>
              <a:spcAft>
                <a:spcPts val="0"/>
              </a:spcAft>
              <a:buNone/>
              <a:defRPr sz="2000"/>
            </a:lvl3pPr>
            <a:lvl4pPr lvl="3">
              <a:spcBef>
                <a:spcPts val="1000"/>
              </a:spcBef>
              <a:spcAft>
                <a:spcPts val="0"/>
              </a:spcAft>
              <a:buNone/>
              <a:defRPr sz="2000"/>
            </a:lvl4pPr>
            <a:lvl5pPr lvl="4">
              <a:spcBef>
                <a:spcPts val="1000"/>
              </a:spcBef>
              <a:spcAft>
                <a:spcPts val="0"/>
              </a:spcAft>
              <a:buNone/>
              <a:defRPr sz="2000"/>
            </a:lvl5pPr>
            <a:lvl6pPr lvl="5">
              <a:spcBef>
                <a:spcPts val="1000"/>
              </a:spcBef>
              <a:spcAft>
                <a:spcPts val="0"/>
              </a:spcAft>
              <a:buNone/>
              <a:defRPr sz="2000"/>
            </a:lvl6pPr>
            <a:lvl7pPr lvl="6">
              <a:spcBef>
                <a:spcPts val="1000"/>
              </a:spcBef>
              <a:spcAft>
                <a:spcPts val="0"/>
              </a:spcAft>
              <a:buNone/>
              <a:defRPr sz="2000"/>
            </a:lvl7pPr>
            <a:lvl8pPr lvl="7">
              <a:spcBef>
                <a:spcPts val="1000"/>
              </a:spcBef>
              <a:spcAft>
                <a:spcPts val="0"/>
              </a:spcAft>
              <a:buNone/>
              <a:defRPr sz="2000"/>
            </a:lvl8pPr>
            <a:lvl9pPr lvl="8">
              <a:spcBef>
                <a:spcPts val="1000"/>
              </a:spcBef>
              <a:spcAft>
                <a:spcPts val="1000"/>
              </a:spcAft>
              <a:buNone/>
              <a:defRPr sz="2000"/>
            </a:lvl9pPr>
          </a:lstStyle>
          <a:p/>
        </p:txBody>
      </p:sp>
      <p:sp>
        <p:nvSpPr>
          <p:cNvPr id="807" name="Google Shape;807;p63"/>
          <p:cNvSpPr/>
          <p:nvPr>
            <p:ph idx="2" type="pic"/>
          </p:nvPr>
        </p:nvSpPr>
        <p:spPr>
          <a:xfrm>
            <a:off x="342975" y="3777050"/>
            <a:ext cx="1002900" cy="1002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08" name="Google Shape;808;p63"/>
          <p:cNvSpPr txBox="1"/>
          <p:nvPr>
            <p:ph idx="1" type="subTitle"/>
          </p:nvPr>
        </p:nvSpPr>
        <p:spPr>
          <a:xfrm>
            <a:off x="1345875" y="3958400"/>
            <a:ext cx="4017600" cy="320100"/>
          </a:xfrm>
          <a:prstGeom prst="rect">
            <a:avLst/>
          </a:prstGeom>
        </p:spPr>
        <p:txBody>
          <a:bodyPr anchorCtr="0" anchor="ctr" bIns="0" lIns="137150" spcFirstLastPara="1" rIns="2743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809" name="Google Shape;809;p63"/>
          <p:cNvSpPr txBox="1"/>
          <p:nvPr>
            <p:ph idx="3" type="subTitle"/>
          </p:nvPr>
        </p:nvSpPr>
        <p:spPr>
          <a:xfrm>
            <a:off x="1345875" y="4278500"/>
            <a:ext cx="4017600" cy="320100"/>
          </a:xfrm>
          <a:prstGeom prst="rect">
            <a:avLst/>
          </a:prstGeom>
        </p:spPr>
        <p:txBody>
          <a:bodyPr anchorCtr="0" anchor="ctr" bIns="0" lIns="137150" spcFirstLastPara="1" rIns="2743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0" name="Google Shape;810;p6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1" name="Google Shape;811;p63"/>
          <p:cNvSpPr txBox="1"/>
          <p:nvPr>
            <p:ph idx="4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Alt 1">
  <p:cSld name="CUSTOM_7_1_1_1_1_1_1_1_1_1_1_1_1_1_1_1_1_1_1_1_1_1">
    <p:bg>
      <p:bgPr>
        <a:solidFill>
          <a:schemeClr val="lt1"/>
        </a:solidFill>
      </p:bgPr>
    </p:bg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3" name="Google Shape;813;p6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14" name="Google Shape;814;p64"/>
          <p:cNvSpPr txBox="1"/>
          <p:nvPr>
            <p:ph idx="1" type="subTitle"/>
          </p:nvPr>
        </p:nvSpPr>
        <p:spPr>
          <a:xfrm>
            <a:off x="6080700" y="3770600"/>
            <a:ext cx="2486700" cy="342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5" name="Google Shape;815;p64"/>
          <p:cNvSpPr txBox="1"/>
          <p:nvPr>
            <p:ph type="title"/>
          </p:nvPr>
        </p:nvSpPr>
        <p:spPr>
          <a:xfrm>
            <a:off x="3502650" y="1350300"/>
            <a:ext cx="4882800" cy="229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816" name="Google Shape;816;p6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7" name="Google Shape;817;p64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8" name="Google Shape;818;p64"/>
          <p:cNvSpPr txBox="1"/>
          <p:nvPr>
            <p:ph idx="3" type="subTitle"/>
          </p:nvPr>
        </p:nvSpPr>
        <p:spPr>
          <a:xfrm>
            <a:off x="3502650" y="3770600"/>
            <a:ext cx="2486700" cy="342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819" name="Google Shape;819;p64"/>
          <p:cNvSpPr/>
          <p:nvPr>
            <p:ph idx="4" type="pic"/>
          </p:nvPr>
        </p:nvSpPr>
        <p:spPr>
          <a:xfrm>
            <a:off x="361975" y="1215200"/>
            <a:ext cx="2920200" cy="29583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">
  <p:cSld name="CUSTOM_2">
    <p:bg>
      <p:bgPr>
        <a:solidFill>
          <a:schemeClr val="dk1"/>
        </a:solidFill>
      </p:bgPr>
    </p:bg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1" name="Google Shape;821;p6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65"/>
          <p:cNvSpPr txBox="1"/>
          <p:nvPr>
            <p:ph idx="1" type="body"/>
          </p:nvPr>
        </p:nvSpPr>
        <p:spPr>
          <a:xfrm>
            <a:off x="359200" y="1801500"/>
            <a:ext cx="4029000" cy="300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823" name="Google Shape;823;p6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4" name="Google Shape;824;p65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25" name="Google Shape;825;p65"/>
          <p:cNvSpPr/>
          <p:nvPr>
            <p:ph idx="3" type="pic"/>
          </p:nvPr>
        </p:nvSpPr>
        <p:spPr>
          <a:xfrm>
            <a:off x="4637525" y="612800"/>
            <a:ext cx="4131600" cy="4167000"/>
          </a:xfrm>
          <a:prstGeom prst="roundRect">
            <a:avLst>
              <a:gd fmla="val 6598" name="adj"/>
            </a:avLst>
          </a:prstGeom>
          <a:noFill/>
          <a:ln>
            <a:noFill/>
          </a:ln>
        </p:spPr>
      </p:sp>
      <p:sp>
        <p:nvSpPr>
          <p:cNvPr id="826" name="Google Shape;826;p65"/>
          <p:cNvSpPr txBox="1"/>
          <p:nvPr>
            <p:ph idx="4" type="subTitle"/>
          </p:nvPr>
        </p:nvSpPr>
        <p:spPr>
          <a:xfrm>
            <a:off x="361975" y="539900"/>
            <a:ext cx="4131600" cy="31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1">
  <p:cSld name="CUSTOM_2_1">
    <p:bg>
      <p:bgPr>
        <a:solidFill>
          <a:schemeClr val="dk1"/>
        </a:solidFill>
      </p:bgPr>
    </p:bg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8" name="Google Shape;828;p6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29" name="Google Shape;829;p66"/>
          <p:cNvSpPr txBox="1"/>
          <p:nvPr>
            <p:ph type="title"/>
          </p:nvPr>
        </p:nvSpPr>
        <p:spPr>
          <a:xfrm>
            <a:off x="3843300" y="870251"/>
            <a:ext cx="49335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830" name="Google Shape;830;p66"/>
          <p:cNvSpPr/>
          <p:nvPr>
            <p:ph idx="2" type="pic"/>
          </p:nvPr>
        </p:nvSpPr>
        <p:spPr>
          <a:xfrm>
            <a:off x="361975" y="612800"/>
            <a:ext cx="3224400" cy="4167000"/>
          </a:xfrm>
          <a:prstGeom prst="roundRect">
            <a:avLst>
              <a:gd fmla="val 4717" name="adj"/>
            </a:avLst>
          </a:prstGeom>
          <a:noFill/>
          <a:ln>
            <a:noFill/>
          </a:ln>
        </p:spPr>
      </p:sp>
      <p:sp>
        <p:nvSpPr>
          <p:cNvPr id="831" name="Google Shape;831;p66"/>
          <p:cNvSpPr txBox="1"/>
          <p:nvPr>
            <p:ph idx="1" type="body"/>
          </p:nvPr>
        </p:nvSpPr>
        <p:spPr>
          <a:xfrm>
            <a:off x="3843300" y="4195275"/>
            <a:ext cx="4933500" cy="584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"/>
              <a:buChar char="■"/>
              <a:defRPr sz="1000"/>
            </a:lvl9pPr>
          </a:lstStyle>
          <a:p/>
        </p:txBody>
      </p:sp>
      <p:sp>
        <p:nvSpPr>
          <p:cNvPr id="832" name="Google Shape;832;p66"/>
          <p:cNvSpPr txBox="1"/>
          <p:nvPr>
            <p:ph idx="3" type="subTitle"/>
          </p:nvPr>
        </p:nvSpPr>
        <p:spPr>
          <a:xfrm>
            <a:off x="3843300" y="614476"/>
            <a:ext cx="49335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33" name="Google Shape;833;p66"/>
          <p:cNvSpPr txBox="1"/>
          <p:nvPr>
            <p:ph idx="4" type="title"/>
          </p:nvPr>
        </p:nvSpPr>
        <p:spPr>
          <a:xfrm>
            <a:off x="3843300" y="1210976"/>
            <a:ext cx="49335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834" name="Google Shape;834;p66"/>
          <p:cNvSpPr txBox="1"/>
          <p:nvPr>
            <p:ph idx="5" type="title"/>
          </p:nvPr>
        </p:nvSpPr>
        <p:spPr>
          <a:xfrm>
            <a:off x="3843300" y="1801500"/>
            <a:ext cx="4933500" cy="182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835" name="Google Shape;835;p6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36" name="Google Shape;836;p66"/>
          <p:cNvSpPr txBox="1"/>
          <p:nvPr>
            <p:ph idx="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86">
          <p15:clr>
            <a:srgbClr val="E46962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2">
  <p:cSld name="CUSTOM_2_1_3">
    <p:bg>
      <p:bgPr>
        <a:solidFill>
          <a:schemeClr val="dk1"/>
        </a:solidFill>
      </p:bgPr>
    </p:bg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8" name="Google Shape;838;p6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39" name="Google Shape;839;p67"/>
          <p:cNvSpPr txBox="1"/>
          <p:nvPr>
            <p:ph idx="1" type="subTitle"/>
          </p:nvPr>
        </p:nvSpPr>
        <p:spPr>
          <a:xfrm>
            <a:off x="361975" y="539900"/>
            <a:ext cx="8367600" cy="31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40" name="Google Shape;840;p6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41" name="Google Shape;841;p67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42" name="Google Shape;842;p67"/>
          <p:cNvSpPr txBox="1"/>
          <p:nvPr>
            <p:ph idx="3" type="body"/>
          </p:nvPr>
        </p:nvSpPr>
        <p:spPr>
          <a:xfrm>
            <a:off x="361975" y="2947875"/>
            <a:ext cx="4163100" cy="1833600"/>
          </a:xfrm>
          <a:prstGeom prst="rect">
            <a:avLst/>
          </a:prstGeom>
        </p:spPr>
        <p:txBody>
          <a:bodyPr anchorCtr="0" anchor="b" bIns="0" lIns="0" spcFirstLastPara="1" rIns="0" wrap="square" tIns="13715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/>
            </a:lvl9pPr>
          </a:lstStyle>
          <a:p/>
        </p:txBody>
      </p:sp>
      <p:sp>
        <p:nvSpPr>
          <p:cNvPr id="843" name="Google Shape;843;p67"/>
          <p:cNvSpPr txBox="1"/>
          <p:nvPr>
            <p:ph type="title"/>
          </p:nvPr>
        </p:nvSpPr>
        <p:spPr>
          <a:xfrm>
            <a:off x="337200" y="1066100"/>
            <a:ext cx="8375700" cy="1881900"/>
          </a:xfrm>
          <a:prstGeom prst="rect">
            <a:avLst/>
          </a:prstGeom>
        </p:spPr>
        <p:txBody>
          <a:bodyPr anchorCtr="0" anchor="t" bIns="13715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6">
  <p:cSld name="CUSTOM_2_1_1_1">
    <p:bg>
      <p:bgPr>
        <a:solidFill>
          <a:schemeClr val="dk1"/>
        </a:solidFill>
      </p:bgPr>
    </p:bg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5" name="Google Shape;845;p6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46" name="Google Shape;846;p68"/>
          <p:cNvSpPr txBox="1"/>
          <p:nvPr>
            <p:ph type="title"/>
          </p:nvPr>
        </p:nvSpPr>
        <p:spPr>
          <a:xfrm>
            <a:off x="361965" y="2535325"/>
            <a:ext cx="6346800" cy="228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847" name="Google Shape;847;p6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48" name="Google Shape;848;p6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49" name="Google Shape;849;p68"/>
          <p:cNvSpPr txBox="1"/>
          <p:nvPr>
            <p:ph idx="2" type="subTitle"/>
          </p:nvPr>
        </p:nvSpPr>
        <p:spPr>
          <a:xfrm>
            <a:off x="361975" y="539900"/>
            <a:ext cx="8367600" cy="31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">
  <p:cSld name="CUSTOM_5">
    <p:bg>
      <p:bgPr>
        <a:solidFill>
          <a:schemeClr val="dk1"/>
        </a:solidFill>
      </p:bgPr>
    </p:bg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1" name="Google Shape;851;p6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52" name="Google Shape;852;p69"/>
          <p:cNvSpPr txBox="1"/>
          <p:nvPr>
            <p:ph type="title"/>
          </p:nvPr>
        </p:nvSpPr>
        <p:spPr>
          <a:xfrm>
            <a:off x="2504817" y="2940138"/>
            <a:ext cx="1994100" cy="579900"/>
          </a:xfrm>
          <a:prstGeom prst="rect">
            <a:avLst/>
          </a:prstGeom>
        </p:spPr>
        <p:txBody>
          <a:bodyPr anchorCtr="0" anchor="t" bIns="91425" lIns="137150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853" name="Google Shape;853;p69"/>
          <p:cNvSpPr txBox="1"/>
          <p:nvPr>
            <p:ph idx="1" type="subTitle"/>
          </p:nvPr>
        </p:nvSpPr>
        <p:spPr>
          <a:xfrm>
            <a:off x="2504817" y="3661040"/>
            <a:ext cx="1994100" cy="886800"/>
          </a:xfrm>
          <a:prstGeom prst="rect">
            <a:avLst/>
          </a:prstGeom>
        </p:spPr>
        <p:txBody>
          <a:bodyPr anchorCtr="0" anchor="t" bIns="91425" lIns="137150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854" name="Google Shape;854;p69"/>
          <p:cNvSpPr/>
          <p:nvPr>
            <p:ph idx="2" type="pic"/>
          </p:nvPr>
        </p:nvSpPr>
        <p:spPr>
          <a:xfrm>
            <a:off x="2824167" y="1295719"/>
            <a:ext cx="1355400" cy="137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55" name="Google Shape;855;p69"/>
          <p:cNvSpPr txBox="1"/>
          <p:nvPr>
            <p:ph idx="3" type="title"/>
          </p:nvPr>
        </p:nvSpPr>
        <p:spPr>
          <a:xfrm>
            <a:off x="368350" y="2940138"/>
            <a:ext cx="1994100" cy="579900"/>
          </a:xfrm>
          <a:prstGeom prst="rect">
            <a:avLst/>
          </a:prstGeom>
        </p:spPr>
        <p:txBody>
          <a:bodyPr anchorCtr="0" anchor="ctr" bIns="91425" lIns="137150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14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856" name="Google Shape;856;p69"/>
          <p:cNvSpPr txBox="1"/>
          <p:nvPr>
            <p:ph idx="4" type="subTitle"/>
          </p:nvPr>
        </p:nvSpPr>
        <p:spPr>
          <a:xfrm>
            <a:off x="368350" y="3661040"/>
            <a:ext cx="1994100" cy="886800"/>
          </a:xfrm>
          <a:prstGeom prst="rect">
            <a:avLst/>
          </a:prstGeom>
        </p:spPr>
        <p:txBody>
          <a:bodyPr anchorCtr="0" anchor="t" bIns="91425" lIns="137150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857" name="Google Shape;857;p69"/>
          <p:cNvSpPr/>
          <p:nvPr>
            <p:ph idx="5" type="pic"/>
          </p:nvPr>
        </p:nvSpPr>
        <p:spPr>
          <a:xfrm>
            <a:off x="687700" y="1295719"/>
            <a:ext cx="1355400" cy="137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58" name="Google Shape;858;p69"/>
          <p:cNvSpPr txBox="1"/>
          <p:nvPr>
            <p:ph idx="6" type="title"/>
          </p:nvPr>
        </p:nvSpPr>
        <p:spPr>
          <a:xfrm>
            <a:off x="6778800" y="2940138"/>
            <a:ext cx="1994100" cy="579900"/>
          </a:xfrm>
          <a:prstGeom prst="rect">
            <a:avLst/>
          </a:prstGeom>
        </p:spPr>
        <p:txBody>
          <a:bodyPr anchorCtr="0" anchor="t" bIns="91425" lIns="137150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859" name="Google Shape;859;p69"/>
          <p:cNvSpPr txBox="1"/>
          <p:nvPr>
            <p:ph idx="7" type="subTitle"/>
          </p:nvPr>
        </p:nvSpPr>
        <p:spPr>
          <a:xfrm>
            <a:off x="6778800" y="3661040"/>
            <a:ext cx="1994100" cy="886800"/>
          </a:xfrm>
          <a:prstGeom prst="rect">
            <a:avLst/>
          </a:prstGeom>
        </p:spPr>
        <p:txBody>
          <a:bodyPr anchorCtr="0" anchor="t" bIns="91425" lIns="137150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860" name="Google Shape;860;p69"/>
          <p:cNvSpPr/>
          <p:nvPr>
            <p:ph idx="8" type="pic"/>
          </p:nvPr>
        </p:nvSpPr>
        <p:spPr>
          <a:xfrm>
            <a:off x="7098150" y="1295719"/>
            <a:ext cx="1355400" cy="137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61" name="Google Shape;861;p69"/>
          <p:cNvSpPr txBox="1"/>
          <p:nvPr>
            <p:ph idx="9" type="title"/>
          </p:nvPr>
        </p:nvSpPr>
        <p:spPr>
          <a:xfrm>
            <a:off x="4650558" y="2940138"/>
            <a:ext cx="1994100" cy="579900"/>
          </a:xfrm>
          <a:prstGeom prst="rect">
            <a:avLst/>
          </a:prstGeom>
        </p:spPr>
        <p:txBody>
          <a:bodyPr anchorCtr="0" anchor="t" bIns="91425" lIns="137150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862" name="Google Shape;862;p69"/>
          <p:cNvSpPr txBox="1"/>
          <p:nvPr>
            <p:ph idx="13" type="subTitle"/>
          </p:nvPr>
        </p:nvSpPr>
        <p:spPr>
          <a:xfrm>
            <a:off x="4650558" y="3661040"/>
            <a:ext cx="1994100" cy="886800"/>
          </a:xfrm>
          <a:prstGeom prst="rect">
            <a:avLst/>
          </a:prstGeom>
        </p:spPr>
        <p:txBody>
          <a:bodyPr anchorCtr="0" anchor="t" bIns="91425" lIns="137150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863" name="Google Shape;863;p69"/>
          <p:cNvSpPr/>
          <p:nvPr>
            <p:ph idx="14" type="pic"/>
          </p:nvPr>
        </p:nvSpPr>
        <p:spPr>
          <a:xfrm>
            <a:off x="4969667" y="1295719"/>
            <a:ext cx="1355400" cy="137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64" name="Google Shape;864;p6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5" name="Google Shape;865;p69"/>
          <p:cNvSpPr txBox="1"/>
          <p:nvPr>
            <p:ph idx="15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66" name="Google Shape;866;p69"/>
          <p:cNvSpPr txBox="1"/>
          <p:nvPr>
            <p:ph idx="16" type="subTitle"/>
          </p:nvPr>
        </p:nvSpPr>
        <p:spPr>
          <a:xfrm>
            <a:off x="361975" y="539900"/>
            <a:ext cx="8367600" cy="31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Alt 2">
  <p:cSld name="CUSTOM_6">
    <p:bg>
      <p:bgPr>
        <a:solidFill>
          <a:schemeClr val="dk1"/>
        </a:solidFill>
      </p:bgPr>
    </p:bg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8" name="Google Shape;868;p7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9" name="Google Shape;869;p70"/>
          <p:cNvSpPr/>
          <p:nvPr>
            <p:ph idx="2" type="pic"/>
          </p:nvPr>
        </p:nvSpPr>
        <p:spPr>
          <a:xfrm>
            <a:off x="361975" y="2991074"/>
            <a:ext cx="1994400" cy="1147500"/>
          </a:xfrm>
          <a:prstGeom prst="roundRect">
            <a:avLst>
              <a:gd fmla="val 7060" name="adj"/>
            </a:avLst>
          </a:prstGeom>
          <a:noFill/>
          <a:ln>
            <a:noFill/>
          </a:ln>
        </p:spPr>
      </p:sp>
      <p:sp>
        <p:nvSpPr>
          <p:cNvPr id="870" name="Google Shape;870;p70"/>
          <p:cNvSpPr/>
          <p:nvPr>
            <p:ph idx="3" type="pic"/>
          </p:nvPr>
        </p:nvSpPr>
        <p:spPr>
          <a:xfrm>
            <a:off x="361975" y="1066100"/>
            <a:ext cx="1994400" cy="1209600"/>
          </a:xfrm>
          <a:prstGeom prst="roundRect">
            <a:avLst>
              <a:gd fmla="val 7060" name="adj"/>
            </a:avLst>
          </a:prstGeom>
          <a:noFill/>
          <a:ln>
            <a:noFill/>
          </a:ln>
        </p:spPr>
      </p:sp>
      <p:sp>
        <p:nvSpPr>
          <p:cNvPr id="871" name="Google Shape;871;p70"/>
          <p:cNvSpPr txBox="1"/>
          <p:nvPr>
            <p:ph type="title"/>
          </p:nvPr>
        </p:nvSpPr>
        <p:spPr>
          <a:xfrm>
            <a:off x="361975" y="4268750"/>
            <a:ext cx="1994400" cy="511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872" name="Google Shape;872;p7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3" name="Google Shape;873;p70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74" name="Google Shape;874;p70"/>
          <p:cNvSpPr txBox="1"/>
          <p:nvPr>
            <p:ph idx="4" type="title"/>
          </p:nvPr>
        </p:nvSpPr>
        <p:spPr>
          <a:xfrm>
            <a:off x="362125" y="2292638"/>
            <a:ext cx="1994100" cy="579900"/>
          </a:xfrm>
          <a:prstGeom prst="rect">
            <a:avLst/>
          </a:prstGeom>
        </p:spPr>
        <p:txBody>
          <a:bodyPr anchorCtr="0" anchor="ctr" bIns="91425" lIns="137150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14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875" name="Google Shape;875;p70"/>
          <p:cNvSpPr/>
          <p:nvPr>
            <p:ph idx="5" type="pic"/>
          </p:nvPr>
        </p:nvSpPr>
        <p:spPr>
          <a:xfrm>
            <a:off x="2499750" y="2991074"/>
            <a:ext cx="1994400" cy="1147500"/>
          </a:xfrm>
          <a:prstGeom prst="roundRect">
            <a:avLst>
              <a:gd fmla="val 7060" name="adj"/>
            </a:avLst>
          </a:prstGeom>
          <a:noFill/>
          <a:ln>
            <a:noFill/>
          </a:ln>
        </p:spPr>
      </p:sp>
      <p:sp>
        <p:nvSpPr>
          <p:cNvPr id="876" name="Google Shape;876;p70"/>
          <p:cNvSpPr/>
          <p:nvPr>
            <p:ph idx="6" type="pic"/>
          </p:nvPr>
        </p:nvSpPr>
        <p:spPr>
          <a:xfrm>
            <a:off x="2499750" y="1066100"/>
            <a:ext cx="1994400" cy="1209600"/>
          </a:xfrm>
          <a:prstGeom prst="roundRect">
            <a:avLst>
              <a:gd fmla="val 7060" name="adj"/>
            </a:avLst>
          </a:prstGeom>
          <a:noFill/>
          <a:ln>
            <a:noFill/>
          </a:ln>
        </p:spPr>
      </p:sp>
      <p:sp>
        <p:nvSpPr>
          <p:cNvPr id="877" name="Google Shape;877;p70"/>
          <p:cNvSpPr txBox="1"/>
          <p:nvPr>
            <p:ph idx="7" type="title"/>
          </p:nvPr>
        </p:nvSpPr>
        <p:spPr>
          <a:xfrm>
            <a:off x="2499750" y="4268750"/>
            <a:ext cx="1994400" cy="511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878" name="Google Shape;878;p70"/>
          <p:cNvSpPr txBox="1"/>
          <p:nvPr>
            <p:ph idx="8" type="title"/>
          </p:nvPr>
        </p:nvSpPr>
        <p:spPr>
          <a:xfrm>
            <a:off x="2499900" y="2292638"/>
            <a:ext cx="1994100" cy="579900"/>
          </a:xfrm>
          <a:prstGeom prst="rect">
            <a:avLst/>
          </a:prstGeom>
        </p:spPr>
        <p:txBody>
          <a:bodyPr anchorCtr="0" anchor="t" bIns="91425" lIns="137150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879" name="Google Shape;879;p70"/>
          <p:cNvSpPr/>
          <p:nvPr>
            <p:ph idx="9" type="pic"/>
          </p:nvPr>
        </p:nvSpPr>
        <p:spPr>
          <a:xfrm>
            <a:off x="4637525" y="2991074"/>
            <a:ext cx="1994400" cy="1147500"/>
          </a:xfrm>
          <a:prstGeom prst="roundRect">
            <a:avLst>
              <a:gd fmla="val 7060" name="adj"/>
            </a:avLst>
          </a:prstGeom>
          <a:noFill/>
          <a:ln>
            <a:noFill/>
          </a:ln>
        </p:spPr>
      </p:sp>
      <p:sp>
        <p:nvSpPr>
          <p:cNvPr id="880" name="Google Shape;880;p70"/>
          <p:cNvSpPr/>
          <p:nvPr>
            <p:ph idx="13" type="pic"/>
          </p:nvPr>
        </p:nvSpPr>
        <p:spPr>
          <a:xfrm>
            <a:off x="4637525" y="1066100"/>
            <a:ext cx="1994400" cy="1209600"/>
          </a:xfrm>
          <a:prstGeom prst="roundRect">
            <a:avLst>
              <a:gd fmla="val 7060" name="adj"/>
            </a:avLst>
          </a:prstGeom>
          <a:noFill/>
          <a:ln>
            <a:noFill/>
          </a:ln>
        </p:spPr>
      </p:sp>
      <p:sp>
        <p:nvSpPr>
          <p:cNvPr id="881" name="Google Shape;881;p70"/>
          <p:cNvSpPr txBox="1"/>
          <p:nvPr>
            <p:ph idx="14" type="title"/>
          </p:nvPr>
        </p:nvSpPr>
        <p:spPr>
          <a:xfrm>
            <a:off x="4637525" y="4268750"/>
            <a:ext cx="1994400" cy="511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882" name="Google Shape;882;p70"/>
          <p:cNvSpPr txBox="1"/>
          <p:nvPr>
            <p:ph idx="15" type="title"/>
          </p:nvPr>
        </p:nvSpPr>
        <p:spPr>
          <a:xfrm>
            <a:off x="4637675" y="2292638"/>
            <a:ext cx="1994100" cy="579900"/>
          </a:xfrm>
          <a:prstGeom prst="rect">
            <a:avLst/>
          </a:prstGeom>
        </p:spPr>
        <p:txBody>
          <a:bodyPr anchorCtr="0" anchor="t" bIns="91425" lIns="137150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883" name="Google Shape;883;p70"/>
          <p:cNvSpPr/>
          <p:nvPr>
            <p:ph idx="16" type="pic"/>
          </p:nvPr>
        </p:nvSpPr>
        <p:spPr>
          <a:xfrm>
            <a:off x="6775300" y="2991074"/>
            <a:ext cx="1994400" cy="1147500"/>
          </a:xfrm>
          <a:prstGeom prst="roundRect">
            <a:avLst>
              <a:gd fmla="val 7060" name="adj"/>
            </a:avLst>
          </a:prstGeom>
          <a:noFill/>
          <a:ln>
            <a:noFill/>
          </a:ln>
        </p:spPr>
      </p:sp>
      <p:sp>
        <p:nvSpPr>
          <p:cNvPr id="884" name="Google Shape;884;p70"/>
          <p:cNvSpPr/>
          <p:nvPr>
            <p:ph idx="17" type="pic"/>
          </p:nvPr>
        </p:nvSpPr>
        <p:spPr>
          <a:xfrm>
            <a:off x="6775300" y="1066100"/>
            <a:ext cx="1994400" cy="1209600"/>
          </a:xfrm>
          <a:prstGeom prst="roundRect">
            <a:avLst>
              <a:gd fmla="val 7060" name="adj"/>
            </a:avLst>
          </a:prstGeom>
          <a:noFill/>
          <a:ln>
            <a:noFill/>
          </a:ln>
        </p:spPr>
      </p:sp>
      <p:sp>
        <p:nvSpPr>
          <p:cNvPr id="885" name="Google Shape;885;p70"/>
          <p:cNvSpPr txBox="1"/>
          <p:nvPr>
            <p:ph idx="18" type="title"/>
          </p:nvPr>
        </p:nvSpPr>
        <p:spPr>
          <a:xfrm>
            <a:off x="6775300" y="4268750"/>
            <a:ext cx="1994400" cy="511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886" name="Google Shape;886;p70"/>
          <p:cNvSpPr txBox="1"/>
          <p:nvPr>
            <p:ph idx="19" type="title"/>
          </p:nvPr>
        </p:nvSpPr>
        <p:spPr>
          <a:xfrm>
            <a:off x="6775450" y="2292638"/>
            <a:ext cx="1994100" cy="579900"/>
          </a:xfrm>
          <a:prstGeom prst="rect">
            <a:avLst/>
          </a:prstGeom>
        </p:spPr>
        <p:txBody>
          <a:bodyPr anchorCtr="0" anchor="t" bIns="91425" lIns="137150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887" name="Google Shape;887;p70"/>
          <p:cNvSpPr txBox="1"/>
          <p:nvPr>
            <p:ph idx="20" type="subTitle"/>
          </p:nvPr>
        </p:nvSpPr>
        <p:spPr>
          <a:xfrm>
            <a:off x="361975" y="539900"/>
            <a:ext cx="8367600" cy="31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7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90" name="Google Shape;890;p7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7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5" name="Google Shape;895;p7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7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8" name="Google Shape;898;p7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99" name="Google Shape;899;p7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7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7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04" name="Google Shape;904;p7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7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7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09" name="Google Shape;909;p7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10" name="Google Shape;910;p7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7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8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5" name="Google Shape;915;p8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82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9" name="Google Shape;919;p82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20" name="Google Shape;920;p82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21" name="Google Shape;921;p82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22" name="Google Shape;922;p82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23" name="Google Shape;923;p82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24" name="Google Shape;924;p82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8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7" name="Google Shape;927;p83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28" name="Google Shape;928;p83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8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31" name="Google Shape;931;p84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32" name="Google Shape;932;p84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33" name="Google Shape;933;p84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34" name="Google Shape;934;p84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85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37" name="Google Shape;937;p85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38" name="Google Shape;938;p8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39" name="Google Shape;939;p85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40" name="Google Shape;940;p85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41" name="Google Shape;941;p85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42" name="Google Shape;942;p85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86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45" name="Google Shape;945;p86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46" name="Google Shape;946;p86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47" name="Google Shape;947;p86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48" name="Google Shape;948;p86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49" name="Google Shape;949;p86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50" name="Google Shape;950;p86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51" name="Google Shape;951;p86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52" name="Google Shape;952;p86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8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5" name="Google Shape;955;p87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88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58" name="Google Shape;958;p88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59" name="Google Shape;959;p88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60" name="Google Shape;960;p88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61" name="Google Shape;961;p8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2" name="Google Shape;962;p88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63" name="Google Shape;963;p88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89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66" name="Google Shape;966;p89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67" name="Google Shape;967;p89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68" name="Google Shape;968;p89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69" name="Google Shape;969;p89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70" name="Google Shape;970;p89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71" name="Google Shape;971;p8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2" name="Google Shape;972;p89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73" name="Google Shape;973;p89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74" name="Google Shape;974;p89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90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91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79" name="Google Shape;979;p91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80" name="Google Shape;980;p91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81" name="Google Shape;981;p91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82" name="Google Shape;982;p91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83" name="Google Shape;983;p91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84" name="Google Shape;984;p91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5" name="Google Shape;985;p91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86" name="Google Shape;986;p91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87" name="Google Shape;987;p91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theme" Target="../theme/theme3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80.xml"/><Relationship Id="rId42" Type="http://schemas.openxmlformats.org/officeDocument/2006/relationships/slideLayout" Target="../slideLayouts/slideLayout82.xml"/><Relationship Id="rId41" Type="http://schemas.openxmlformats.org/officeDocument/2006/relationships/slideLayout" Target="../slideLayouts/slideLayout81.xml"/><Relationship Id="rId44" Type="http://schemas.openxmlformats.org/officeDocument/2006/relationships/slideLayout" Target="../slideLayouts/slideLayout84.xml"/><Relationship Id="rId43" Type="http://schemas.openxmlformats.org/officeDocument/2006/relationships/slideLayout" Target="../slideLayouts/slideLayout83.xml"/><Relationship Id="rId46" Type="http://schemas.openxmlformats.org/officeDocument/2006/relationships/slideLayout" Target="../slideLayouts/slideLayout86.xml"/><Relationship Id="rId45" Type="http://schemas.openxmlformats.org/officeDocument/2006/relationships/slideLayout" Target="../slideLayouts/slideLayout85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2.xml"/><Relationship Id="rId3" Type="http://schemas.openxmlformats.org/officeDocument/2006/relationships/slideLayout" Target="../slideLayouts/slideLayout43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Relationship Id="rId48" Type="http://schemas.openxmlformats.org/officeDocument/2006/relationships/slideLayout" Target="../slideLayouts/slideLayout88.xml"/><Relationship Id="rId47" Type="http://schemas.openxmlformats.org/officeDocument/2006/relationships/slideLayout" Target="../slideLayouts/slideLayout87.xml"/><Relationship Id="rId49" Type="http://schemas.openxmlformats.org/officeDocument/2006/relationships/slideLayout" Target="../slideLayouts/slideLayout89.xml"/><Relationship Id="rId5" Type="http://schemas.openxmlformats.org/officeDocument/2006/relationships/slideLayout" Target="../slideLayouts/slideLayout45.xml"/><Relationship Id="rId6" Type="http://schemas.openxmlformats.org/officeDocument/2006/relationships/slideLayout" Target="../slideLayouts/slideLayout46.xml"/><Relationship Id="rId7" Type="http://schemas.openxmlformats.org/officeDocument/2006/relationships/slideLayout" Target="../slideLayouts/slideLayout47.xml"/><Relationship Id="rId8" Type="http://schemas.openxmlformats.org/officeDocument/2006/relationships/slideLayout" Target="../slideLayouts/slideLayout48.xml"/><Relationship Id="rId31" Type="http://schemas.openxmlformats.org/officeDocument/2006/relationships/slideLayout" Target="../slideLayouts/slideLayout71.xml"/><Relationship Id="rId30" Type="http://schemas.openxmlformats.org/officeDocument/2006/relationships/slideLayout" Target="../slideLayouts/slideLayout70.xml"/><Relationship Id="rId33" Type="http://schemas.openxmlformats.org/officeDocument/2006/relationships/slideLayout" Target="../slideLayouts/slideLayout73.xml"/><Relationship Id="rId32" Type="http://schemas.openxmlformats.org/officeDocument/2006/relationships/slideLayout" Target="../slideLayouts/slideLayout72.xml"/><Relationship Id="rId35" Type="http://schemas.openxmlformats.org/officeDocument/2006/relationships/slideLayout" Target="../slideLayouts/slideLayout75.xml"/><Relationship Id="rId34" Type="http://schemas.openxmlformats.org/officeDocument/2006/relationships/slideLayout" Target="../slideLayouts/slideLayout74.xml"/><Relationship Id="rId37" Type="http://schemas.openxmlformats.org/officeDocument/2006/relationships/slideLayout" Target="../slideLayouts/slideLayout77.xml"/><Relationship Id="rId36" Type="http://schemas.openxmlformats.org/officeDocument/2006/relationships/slideLayout" Target="../slideLayouts/slideLayout76.xml"/><Relationship Id="rId39" Type="http://schemas.openxmlformats.org/officeDocument/2006/relationships/slideLayout" Target="../slideLayouts/slideLayout79.xml"/><Relationship Id="rId38" Type="http://schemas.openxmlformats.org/officeDocument/2006/relationships/slideLayout" Target="../slideLayouts/slideLayout78.xml"/><Relationship Id="rId20" Type="http://schemas.openxmlformats.org/officeDocument/2006/relationships/slideLayout" Target="../slideLayouts/slideLayout60.xml"/><Relationship Id="rId22" Type="http://schemas.openxmlformats.org/officeDocument/2006/relationships/slideLayout" Target="../slideLayouts/slideLayout62.xml"/><Relationship Id="rId21" Type="http://schemas.openxmlformats.org/officeDocument/2006/relationships/slideLayout" Target="../slideLayouts/slideLayout61.xml"/><Relationship Id="rId24" Type="http://schemas.openxmlformats.org/officeDocument/2006/relationships/slideLayout" Target="../slideLayouts/slideLayout64.xml"/><Relationship Id="rId23" Type="http://schemas.openxmlformats.org/officeDocument/2006/relationships/slideLayout" Target="../slideLayouts/slideLayout63.xml"/><Relationship Id="rId26" Type="http://schemas.openxmlformats.org/officeDocument/2006/relationships/slideLayout" Target="../slideLayouts/slideLayout66.xml"/><Relationship Id="rId25" Type="http://schemas.openxmlformats.org/officeDocument/2006/relationships/slideLayout" Target="../slideLayouts/slideLayout65.xml"/><Relationship Id="rId28" Type="http://schemas.openxmlformats.org/officeDocument/2006/relationships/slideLayout" Target="../slideLayouts/slideLayout68.xml"/><Relationship Id="rId27" Type="http://schemas.openxmlformats.org/officeDocument/2006/relationships/slideLayout" Target="../slideLayouts/slideLayout67.xml"/><Relationship Id="rId29" Type="http://schemas.openxmlformats.org/officeDocument/2006/relationships/slideLayout" Target="../slideLayouts/slideLayout69.xml"/><Relationship Id="rId50" Type="http://schemas.openxmlformats.org/officeDocument/2006/relationships/theme" Target="../theme/theme2.xml"/><Relationship Id="rId11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50.xml"/><Relationship Id="rId13" Type="http://schemas.openxmlformats.org/officeDocument/2006/relationships/slideLayout" Target="../slideLayouts/slideLayout53.xml"/><Relationship Id="rId12" Type="http://schemas.openxmlformats.org/officeDocument/2006/relationships/slideLayout" Target="../slideLayouts/slideLayout52.xml"/><Relationship Id="rId15" Type="http://schemas.openxmlformats.org/officeDocument/2006/relationships/slideLayout" Target="../slideLayouts/slideLayout55.xml"/><Relationship Id="rId14" Type="http://schemas.openxmlformats.org/officeDocument/2006/relationships/slideLayout" Target="../slideLayouts/slideLayout54.xml"/><Relationship Id="rId17" Type="http://schemas.openxmlformats.org/officeDocument/2006/relationships/slideLayout" Target="../slideLayouts/slideLayout57.xml"/><Relationship Id="rId16" Type="http://schemas.openxmlformats.org/officeDocument/2006/relationships/slideLayout" Target="../slideLayouts/slideLayout56.xml"/><Relationship Id="rId19" Type="http://schemas.openxmlformats.org/officeDocument/2006/relationships/slideLayout" Target="../slideLayouts/slideLayout59.xml"/><Relationship Id="rId18" Type="http://schemas.openxmlformats.org/officeDocument/2006/relationships/slideLayout" Target="../slideLayouts/slideLayout5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895400"/>
            <a:ext cx="57606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●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○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■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●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○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■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●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○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ed Hat Display"/>
              <a:buChar char="■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188850" y="312400"/>
            <a:ext cx="44697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523800" y="1983025"/>
            <a:ext cx="4043400" cy="24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43"/>
          <p:cNvSpPr txBox="1"/>
          <p:nvPr>
            <p:ph idx="1" type="body"/>
          </p:nvPr>
        </p:nvSpPr>
        <p:spPr>
          <a:xfrm>
            <a:off x="361972" y="2004050"/>
            <a:ext cx="56274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Light"/>
              <a:buChar char="●"/>
              <a:defRPr sz="12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Light"/>
              <a:buChar char="○"/>
              <a:defRPr sz="12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Light"/>
              <a:buChar char="■"/>
              <a:defRPr sz="12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Light"/>
              <a:buChar char="●"/>
              <a:defRPr sz="12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Light"/>
              <a:buChar char="○"/>
              <a:defRPr sz="12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Light"/>
              <a:buChar char="■"/>
              <a:defRPr sz="12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Light"/>
              <a:buChar char="●"/>
              <a:defRPr sz="12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Light"/>
              <a:buChar char="○"/>
              <a:defRPr sz="12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200"/>
              <a:buFont typeface="Archivo Light"/>
              <a:buChar char="■"/>
              <a:defRPr sz="12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546" name="Google Shape;546;p43"/>
          <p:cNvSpPr txBox="1"/>
          <p:nvPr>
            <p:ph type="title"/>
          </p:nvPr>
        </p:nvSpPr>
        <p:spPr>
          <a:xfrm>
            <a:off x="361975" y="545850"/>
            <a:ext cx="5391300" cy="8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547" name="Google Shape;547;p43"/>
          <p:cNvSpPr txBox="1"/>
          <p:nvPr>
            <p:ph idx="2" type="body"/>
          </p:nvPr>
        </p:nvSpPr>
        <p:spPr>
          <a:xfrm>
            <a:off x="4376625" y="2215425"/>
            <a:ext cx="4361100" cy="24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  <p:sldLayoutId id="2147483705" r:id="rId18"/>
    <p:sldLayoutId id="2147483706" r:id="rId19"/>
    <p:sldLayoutId id="2147483707" r:id="rId20"/>
    <p:sldLayoutId id="2147483708" r:id="rId21"/>
    <p:sldLayoutId id="2147483709" r:id="rId22"/>
    <p:sldLayoutId id="2147483710" r:id="rId23"/>
    <p:sldLayoutId id="2147483711" r:id="rId24"/>
    <p:sldLayoutId id="2147483712" r:id="rId25"/>
    <p:sldLayoutId id="2147483713" r:id="rId26"/>
    <p:sldLayoutId id="2147483714" r:id="rId27"/>
    <p:sldLayoutId id="2147483715" r:id="rId28"/>
    <p:sldLayoutId id="2147483716" r:id="rId29"/>
    <p:sldLayoutId id="2147483717" r:id="rId30"/>
    <p:sldLayoutId id="2147483718" r:id="rId31"/>
    <p:sldLayoutId id="2147483719" r:id="rId32"/>
    <p:sldLayoutId id="2147483720" r:id="rId33"/>
    <p:sldLayoutId id="2147483721" r:id="rId34"/>
    <p:sldLayoutId id="2147483722" r:id="rId35"/>
    <p:sldLayoutId id="2147483723" r:id="rId36"/>
    <p:sldLayoutId id="2147483724" r:id="rId37"/>
    <p:sldLayoutId id="2147483725" r:id="rId38"/>
    <p:sldLayoutId id="2147483726" r:id="rId39"/>
    <p:sldLayoutId id="2147483727" r:id="rId40"/>
    <p:sldLayoutId id="2147483728" r:id="rId41"/>
    <p:sldLayoutId id="2147483729" r:id="rId42"/>
    <p:sldLayoutId id="2147483730" r:id="rId43"/>
    <p:sldLayoutId id="2147483731" r:id="rId44"/>
    <p:sldLayoutId id="2147483732" r:id="rId45"/>
    <p:sldLayoutId id="2147483733" r:id="rId46"/>
    <p:sldLayoutId id="2147483734" r:id="rId47"/>
    <p:sldLayoutId id="2147483735" r:id="rId48"/>
    <p:sldLayoutId id="2147483736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29">
          <p15:clr>
            <a:srgbClr val="E46962"/>
          </p15:clr>
        </p15:guide>
        <p15:guide id="2" orient="horz" pos="233">
          <p15:clr>
            <a:srgbClr val="E46962"/>
          </p15:clr>
        </p15:guide>
        <p15:guide id="3" orient="horz" pos="3011">
          <p15:clr>
            <a:srgbClr val="E46962"/>
          </p15:clr>
        </p15:guide>
        <p15:guide id="4" pos="2835">
          <p15:clr>
            <a:srgbClr val="E46962"/>
          </p15:clr>
        </p15:guide>
        <p15:guide id="5" pos="2921">
          <p15:clr>
            <a:srgbClr val="E46962"/>
          </p15:clr>
        </p15:guide>
        <p15:guide id="6" pos="1489">
          <p15:clr>
            <a:srgbClr val="E46962"/>
          </p15:clr>
        </p15:guide>
        <p15:guide id="7" pos="1575">
          <p15:clr>
            <a:srgbClr val="E46962"/>
          </p15:clr>
        </p15:guide>
        <p15:guide id="8" pos="4182">
          <p15:clr>
            <a:srgbClr val="E46962"/>
          </p15:clr>
        </p15:guide>
        <p15:guide id="9" pos="4268">
          <p15:clr>
            <a:srgbClr val="E46962"/>
          </p15:clr>
        </p15:guide>
        <p15:guide id="10" orient="horz" pos="2867">
          <p15:clr>
            <a:srgbClr val="E46962"/>
          </p15:clr>
        </p15:guide>
        <p15:guide id="11" orient="horz" pos="1135">
          <p15:clr>
            <a:srgbClr val="E46962"/>
          </p15:clr>
        </p15:guide>
        <p15:guide id="12" orient="horz" pos="1194">
          <p15:clr>
            <a:srgbClr val="E46962"/>
          </p15:clr>
        </p15:guide>
        <p15:guide id="13" orient="horz" pos="2043">
          <p15:clr>
            <a:srgbClr val="E46962"/>
          </p15:clr>
        </p15:guide>
        <p15:guide id="14" orient="horz" pos="2103">
          <p15:clr>
            <a:srgbClr val="E46962"/>
          </p15:clr>
        </p15:guide>
        <p15:guide id="15" pos="228">
          <p15:clr>
            <a:srgbClr val="E46962"/>
          </p15:clr>
        </p15:guide>
        <p15:guide id="16" orient="horz" pos="672">
          <p15:clr>
            <a:srgbClr val="E46962"/>
          </p15:clr>
        </p15:guide>
        <p15:guide id="17" orient="horz" pos="504">
          <p15:clr>
            <a:srgbClr val="E46962"/>
          </p15:clr>
        </p15:guide>
        <p15:guide id="18" orient="horz" pos="293">
          <p15:clr>
            <a:srgbClr val="E46962"/>
          </p15:clr>
        </p15:guide>
        <p15:guide id="19" orient="horz" pos="600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92"/>
          <p:cNvSpPr txBox="1"/>
          <p:nvPr>
            <p:ph type="title"/>
          </p:nvPr>
        </p:nvSpPr>
        <p:spPr>
          <a:xfrm>
            <a:off x="168400" y="403950"/>
            <a:ext cx="6867000" cy="154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latin typeface="Archivo"/>
                <a:ea typeface="Archivo"/>
                <a:cs typeface="Archivo"/>
                <a:sym typeface="Archivo"/>
              </a:rPr>
              <a:t>Database Design &amp; Implementation </a:t>
            </a:r>
            <a:r>
              <a:rPr lang="en" sz="2800"/>
              <a:t>Data Modeler &amp; Database Developer</a:t>
            </a:r>
            <a:r>
              <a:rPr lang="en"/>
              <a:t> </a:t>
            </a:r>
            <a:endParaRPr/>
          </a:p>
        </p:txBody>
      </p:sp>
      <p:sp>
        <p:nvSpPr>
          <p:cNvPr id="993" name="Google Shape;993;p92"/>
          <p:cNvSpPr txBox="1"/>
          <p:nvPr>
            <p:ph idx="1" type="subTitle"/>
          </p:nvPr>
        </p:nvSpPr>
        <p:spPr>
          <a:xfrm>
            <a:off x="6129678" y="3206515"/>
            <a:ext cx="2001600" cy="1247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walkthrough of BookLary's database design </a:t>
            </a:r>
            <a:br>
              <a:rPr lang="en"/>
            </a:br>
            <a:br>
              <a:rPr lang="en"/>
            </a:br>
            <a:r>
              <a:rPr lang="en"/>
              <a:t>From concept to a working, queryable PostgreSQL system. 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93"/>
          <p:cNvSpPr txBox="1"/>
          <p:nvPr>
            <p:ph type="title"/>
          </p:nvPr>
        </p:nvSpPr>
        <p:spPr>
          <a:xfrm>
            <a:off x="364650" y="453575"/>
            <a:ext cx="8414700" cy="17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Requirements Specification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Books:</a:t>
            </a:r>
            <a:r>
              <a:rPr lang="en" sz="1400"/>
              <a:t> title/author/ISBN, multiple copies, some never borrowed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Members:</a:t>
            </a:r>
            <a:r>
              <a:rPr lang="en" sz="1400"/>
              <a:t> ID/name/phone, some never borrowed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Loans:</a:t>
            </a:r>
            <a:r>
              <a:rPr lang="en" sz="1400"/>
              <a:t> one book per member at a time, shared due date, nullable return date</a:t>
            </a:r>
            <a:endParaRPr sz="1400"/>
          </a:p>
        </p:txBody>
      </p:sp>
      <p:sp>
        <p:nvSpPr>
          <p:cNvPr id="999" name="Google Shape;999;p9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00" name="Google Shape;1000;p93"/>
          <p:cNvSpPr txBox="1"/>
          <p:nvPr>
            <p:ph idx="4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BookLary - Library</a:t>
            </a:r>
            <a:endParaRPr/>
          </a:p>
        </p:txBody>
      </p:sp>
      <p:sp>
        <p:nvSpPr>
          <p:cNvPr id="1001" name="Google Shape;1001;p93"/>
          <p:cNvSpPr/>
          <p:nvPr/>
        </p:nvSpPr>
        <p:spPr>
          <a:xfrm>
            <a:off x="3731925" y="3204000"/>
            <a:ext cx="1599900" cy="1038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Loan</a:t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02" name="Google Shape;1002;p93"/>
          <p:cNvSpPr/>
          <p:nvPr/>
        </p:nvSpPr>
        <p:spPr>
          <a:xfrm>
            <a:off x="5798750" y="3204000"/>
            <a:ext cx="1599900" cy="1038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Book</a:t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03" name="Google Shape;1003;p93"/>
          <p:cNvSpPr/>
          <p:nvPr/>
        </p:nvSpPr>
        <p:spPr>
          <a:xfrm>
            <a:off x="1603450" y="3204000"/>
            <a:ext cx="1599900" cy="1038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Member</a:t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  <p:transition spd="med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9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09" name="Google Shape;1009;p9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BookLary - Library</a:t>
            </a:r>
            <a:endParaRPr/>
          </a:p>
        </p:txBody>
      </p:sp>
      <p:pic>
        <p:nvPicPr>
          <p:cNvPr id="1010" name="Google Shape;1010;p94" title="01_conceptual_model_booklary(uppgift 1a)_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100" y="-540587"/>
            <a:ext cx="3713125" cy="562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11" name="Google Shape;1011;p94"/>
          <p:cNvSpPr txBox="1"/>
          <p:nvPr/>
        </p:nvSpPr>
        <p:spPr>
          <a:xfrm>
            <a:off x="803750" y="2387100"/>
            <a:ext cx="270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BookLary - Simplified</a:t>
            </a:r>
            <a:endParaRPr sz="12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9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7" name="Google Shape;1017;p95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BookLary - Library</a:t>
            </a:r>
            <a:endParaRPr/>
          </a:p>
        </p:txBody>
      </p:sp>
      <p:pic>
        <p:nvPicPr>
          <p:cNvPr id="1018" name="Google Shape;1018;p95" title="03_logical_model_booklary(uppgift 1b)_drawio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7352" y="-436148"/>
            <a:ext cx="6349300" cy="5216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9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24" name="Google Shape;1024;p96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BookLary - Library</a:t>
            </a:r>
            <a:endParaRPr/>
          </a:p>
        </p:txBody>
      </p:sp>
      <p:pic>
        <p:nvPicPr>
          <p:cNvPr id="1025" name="Google Shape;1025;p96" title="Screenshot 2026-09-09 20273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9197" y="2278585"/>
            <a:ext cx="2488650" cy="2501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Google Shape;1026;p96" title="Screenshot 2026-09-09 20274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20075" y="673475"/>
            <a:ext cx="2488651" cy="1652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7" name="Google Shape;1027;p96"/>
          <p:cNvSpPr txBox="1"/>
          <p:nvPr/>
        </p:nvSpPr>
        <p:spPr>
          <a:xfrm>
            <a:off x="1199275" y="1152475"/>
            <a:ext cx="2488500" cy="80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This is the </a:t>
            </a: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member</a:t>
            </a:r>
            <a:r>
              <a:rPr lang="en" sz="1100">
                <a:solidFill>
                  <a:schemeClr val="dk1"/>
                </a:solidFill>
              </a:rPr>
              <a:t> table showing the data is live </a:t>
            </a:r>
            <a:endParaRPr sz="12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28" name="Google Shape;1028;p96"/>
          <p:cNvSpPr txBox="1"/>
          <p:nvPr/>
        </p:nvSpPr>
        <p:spPr>
          <a:xfrm>
            <a:off x="5185050" y="3125763"/>
            <a:ext cx="2488500" cy="80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split for easier querying and more precise results </a:t>
            </a:r>
            <a:endParaRPr sz="12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9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34" name="Google Shape;1034;p97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BookLary - Library</a:t>
            </a:r>
            <a:endParaRPr/>
          </a:p>
        </p:txBody>
      </p:sp>
      <p:pic>
        <p:nvPicPr>
          <p:cNvPr id="1035" name="Google Shape;1035;p97" title="Screenshot 2026-09-09 22050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0038" y="1387512"/>
            <a:ext cx="2715025" cy="10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6" name="Google Shape;1036;p97" title="Screenshot 2026-09-09 22053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40638" y="2270712"/>
            <a:ext cx="2596375" cy="260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7" name="Google Shape;1037;p97"/>
          <p:cNvSpPr txBox="1"/>
          <p:nvPr/>
        </p:nvSpPr>
        <p:spPr>
          <a:xfrm>
            <a:off x="1741850" y="2431825"/>
            <a:ext cx="2231400" cy="7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How many books do we own?</a:t>
            </a:r>
            <a:endParaRPr sz="12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38" name="Google Shape;1038;p97"/>
          <p:cNvSpPr txBox="1"/>
          <p:nvPr/>
        </p:nvSpPr>
        <p:spPr>
          <a:xfrm>
            <a:off x="5523138" y="1530450"/>
            <a:ext cx="2231400" cy="7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Who’s currently borrowing?</a:t>
            </a:r>
            <a:endParaRPr sz="12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9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44" name="Google Shape;1044;p9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BookLary - Library</a:t>
            </a:r>
            <a:endParaRPr/>
          </a:p>
        </p:txBody>
      </p:sp>
      <p:pic>
        <p:nvPicPr>
          <p:cNvPr id="1045" name="Google Shape;1045;p98" title="Screenshot 2026-09-09 22053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475" y="2390500"/>
            <a:ext cx="2690517" cy="253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6" name="Google Shape;1046;p98" title="Screenshot 2026-09-09 2205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75975" y="572800"/>
            <a:ext cx="2739700" cy="1859791"/>
          </a:xfrm>
          <a:prstGeom prst="rect">
            <a:avLst/>
          </a:prstGeom>
          <a:noFill/>
          <a:ln>
            <a:noFill/>
          </a:ln>
        </p:spPr>
      </p:pic>
      <p:sp>
        <p:nvSpPr>
          <p:cNvPr id="1047" name="Google Shape;1047;p98"/>
          <p:cNvSpPr txBox="1"/>
          <p:nvPr/>
        </p:nvSpPr>
        <p:spPr>
          <a:xfrm>
            <a:off x="3285000" y="3292175"/>
            <a:ext cx="2231400" cy="7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What's in our catalog? </a:t>
            </a:r>
            <a:endParaRPr sz="12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48" name="Google Shape;1048;p98"/>
          <p:cNvSpPr txBox="1"/>
          <p:nvPr/>
        </p:nvSpPr>
        <p:spPr>
          <a:xfrm>
            <a:off x="3544563" y="1137750"/>
            <a:ext cx="2231400" cy="7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What's out on loan right now? </a:t>
            </a:r>
            <a:endParaRPr sz="12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p99"/>
          <p:cNvSpPr txBox="1"/>
          <p:nvPr>
            <p:ph idx="2" type="subTitle"/>
          </p:nvPr>
        </p:nvSpPr>
        <p:spPr>
          <a:xfrm>
            <a:off x="263725" y="304175"/>
            <a:ext cx="6276900" cy="430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BookLary - Library | 09-09-2026</a:t>
            </a:r>
            <a:endParaRPr/>
          </a:p>
        </p:txBody>
      </p:sp>
      <p:sp>
        <p:nvSpPr>
          <p:cNvPr id="1054" name="Google Shape;1054;p99"/>
          <p:cNvSpPr txBox="1"/>
          <p:nvPr/>
        </p:nvSpPr>
        <p:spPr>
          <a:xfrm>
            <a:off x="478800" y="2208375"/>
            <a:ext cx="404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What do we gain from this?</a:t>
            </a:r>
            <a:endParaRPr b="1" sz="12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55" name="Google Shape;1055;p99"/>
          <p:cNvSpPr txBox="1"/>
          <p:nvPr/>
        </p:nvSpPr>
        <p:spPr>
          <a:xfrm>
            <a:off x="4926225" y="1448325"/>
            <a:ext cx="3698100" cy="18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</a:pPr>
            <a:r>
              <a:rPr lang="en"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Accurate view of inventory and loans</a:t>
            </a:r>
            <a:endParaRPr sz="12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</a:pPr>
            <a:r>
              <a:rPr lang="en"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Scalable as the catalog/membership grows</a:t>
            </a:r>
            <a:endParaRPr sz="12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</a:pPr>
            <a:r>
              <a:rPr lang="en"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And some future proofing</a:t>
            </a:r>
            <a:endParaRPr sz="12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  <p:transition spd="med">
    <p:fade thruBlk="1"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usiness Plan Presentation">
  <a:themeElements>
    <a:clrScheme name="Simple Light">
      <a:dk1>
        <a:srgbClr val="FFFFFF"/>
      </a:dk1>
      <a:lt1>
        <a:srgbClr val="2C2C2E"/>
      </a:lt1>
      <a:dk2>
        <a:srgbClr val="B5B5B7"/>
      </a:dk2>
      <a:lt2>
        <a:srgbClr val="D6DEE6"/>
      </a:lt2>
      <a:accent1>
        <a:srgbClr val="0141FA"/>
      </a:accent1>
      <a:accent2>
        <a:srgbClr val="0B67FF"/>
      </a:accent2>
      <a:accent3>
        <a:srgbClr val="3E319E"/>
      </a:accent3>
      <a:accent4>
        <a:srgbClr val="5920CA"/>
      </a:accent4>
      <a:accent5>
        <a:srgbClr val="9900FF"/>
      </a:accent5>
      <a:accent6>
        <a:srgbClr val="3C4043"/>
      </a:accent6>
      <a:hlink>
        <a:srgbClr val="B5B5B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Investor Pitch Presentation">
  <a:themeElements>
    <a:clrScheme name="Simple Light">
      <a:dk1>
        <a:srgbClr val="1B1B1B"/>
      </a:dk1>
      <a:lt1>
        <a:srgbClr val="FFFFFF"/>
      </a:lt1>
      <a:dk2>
        <a:srgbClr val="85C086"/>
      </a:dk2>
      <a:lt2>
        <a:srgbClr val="D0E1BE"/>
      </a:lt2>
      <a:accent1>
        <a:srgbClr val="85C085"/>
      </a:accent1>
      <a:accent2>
        <a:srgbClr val="50A350"/>
      </a:accent2>
      <a:accent3>
        <a:srgbClr val="3E863C"/>
      </a:accent3>
      <a:accent4>
        <a:srgbClr val="1E691E"/>
      </a:accent4>
      <a:accent5>
        <a:srgbClr val="074907"/>
      </a:accent5>
      <a:accent6>
        <a:srgbClr val="666666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